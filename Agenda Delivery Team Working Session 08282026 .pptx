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82" r:id="rId5"/>
    <p:sldId id="2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1" d="100"/>
          <a:sy n="171" d="100"/>
        </p:scale>
        <p:origin x="328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deau, Cindy" userId="5c28d3c8-596d-4cbf-a5ec-3ae932b156cd" providerId="ADAL" clId="{0FE9CF52-C380-40F0-BAA4-A99AFF84693D}"/>
    <pc:docChg chg="custSel modSld">
      <pc:chgData name="Trudeau, Cindy" userId="5c28d3c8-596d-4cbf-a5ec-3ae932b156cd" providerId="ADAL" clId="{0FE9CF52-C380-40F0-BAA4-A99AFF84693D}" dt="2026-08-28T15:22:34.569" v="508" actId="20577"/>
      <pc:docMkLst>
        <pc:docMk/>
      </pc:docMkLst>
      <pc:sldChg chg="modSp mod">
        <pc:chgData name="Trudeau, Cindy" userId="5c28d3c8-596d-4cbf-a5ec-3ae932b156cd" providerId="ADAL" clId="{0FE9CF52-C380-40F0-BAA4-A99AFF84693D}" dt="2026-08-26T17:49:36.318" v="1" actId="6549"/>
        <pc:sldMkLst>
          <pc:docMk/>
          <pc:sldMk cId="2180573008" sldId="282"/>
        </pc:sldMkLst>
        <pc:spChg chg="mod">
          <ac:chgData name="Trudeau, Cindy" userId="5c28d3c8-596d-4cbf-a5ec-3ae932b156cd" providerId="ADAL" clId="{0FE9CF52-C380-40F0-BAA4-A99AFF84693D}" dt="2026-08-26T17:49:36.318" v="1" actId="6549"/>
          <ac:spMkLst>
            <pc:docMk/>
            <pc:sldMk cId="2180573008" sldId="282"/>
            <ac:spMk id="12" creationId="{4FB5C958-1BC8-6245-92E1-79E2A30BF6C3}"/>
          </ac:spMkLst>
        </pc:spChg>
      </pc:sldChg>
      <pc:sldChg chg="modSp mod">
        <pc:chgData name="Trudeau, Cindy" userId="5c28d3c8-596d-4cbf-a5ec-3ae932b156cd" providerId="ADAL" clId="{0FE9CF52-C380-40F0-BAA4-A99AFF84693D}" dt="2026-08-28T15:22:34.569" v="508" actId="20577"/>
        <pc:sldMkLst>
          <pc:docMk/>
          <pc:sldMk cId="4137841122" sldId="292"/>
        </pc:sldMkLst>
        <pc:graphicFrameChg chg="mod modGraphic">
          <ac:chgData name="Trudeau, Cindy" userId="5c28d3c8-596d-4cbf-a5ec-3ae932b156cd" providerId="ADAL" clId="{0FE9CF52-C380-40F0-BAA4-A99AFF84693D}" dt="2026-08-28T15:22:34.569" v="508" actId="20577"/>
          <ac:graphicFrameMkLst>
            <pc:docMk/>
            <pc:sldMk cId="4137841122" sldId="292"/>
            <ac:graphicFrameMk id="9" creationId="{7642A14A-4B52-8E47-A295-F3202CBD4FF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899F7-0FB8-10B7-3940-6A3F280BF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B47DE9-7278-E0D8-445E-1EDEEBF23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521C2-3768-BA85-82AE-A592C9CE5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80DAF-C059-0B75-F19C-7685805F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4D88-5AFF-3982-A109-5EB434A0B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40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FF7C1-4752-E5C6-1C31-726B0AA82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B7E82-A106-9AA3-ABF4-5B31C1770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75294-FDBB-3196-67DC-357AFFEC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B2621-1128-2D86-4F7D-E7557C2C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E410D-9601-7491-C4A5-B7FE78C7A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22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2E37-9AD5-5D33-6693-812774696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8C190-9361-E166-6D92-15CABE78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58999-D4E5-13E2-4E55-49EA50AF1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894EB-1D16-2261-E01C-DD9D58F8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CE3F-F36F-EBF0-0A5E-CB1D5977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8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F270-5E45-CFD0-7872-4249EF2A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7D6F-83EA-A404-7AE2-53820F304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91BBF-8ED4-F397-C491-EF88AE927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42009-C512-4D48-BA44-F451953D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98BAB-698A-BC01-2D4D-6E0282967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C934F-21C5-0C86-4713-670311B8F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11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E0B9-DC7B-B458-8409-6FBA7C58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5028B-7F8A-2761-DDA0-DE3C5B86A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4273E-6B7A-232B-0770-2AB2C7E2F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A6D4E-3FAC-AF9E-BE46-9EA592774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CFA3F-9BE5-89EE-48EE-5D560612F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625D2C-E3EE-DD6A-0036-C4A3A430D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0ED476-0943-16CD-A2F5-558384FF8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B04009-41BA-AFF5-4934-C9B52FD5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9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B776-9238-ED5E-4426-771D2270B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C2253E-25EF-CBDA-0CD0-E48E39D0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32B8D-927F-8AF6-13F2-D9423D417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E8EDF-0282-0586-2F98-2915D58A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5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B0AC2-2DF9-ACA0-B0E0-42CD2B23B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2A2008-E23D-A5BE-46C6-93EBC144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6AB68-8DB6-B5BB-3379-7AA5C8BD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89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B419-6C0D-2156-83C2-C6DC95967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273AB-CE08-729E-EB2A-F6F40F032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A88EC-6653-9D26-4D28-4C2AF1528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DA334-45DA-2B92-C229-9E1400DF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10530-D747-F5BE-E8A7-8E8F65E2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35FE1-951D-B98B-5F0D-04E39ADF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55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C7F3-5F96-7321-0E0E-C05F48303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EF8129-A3D2-1649-6D99-D00ACD7EB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376E7-3051-B77C-1B1C-14854C40E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A79A0-1CAD-6591-B43C-D5F0FDCF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9A3D0-55E1-9220-9733-914AF4349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8369B-0E3A-82CD-9A7D-F0C8CAF4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613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3859B-386A-5E17-F478-5A7A10C5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6B12-0853-8E24-2858-6EBA0DB9D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629EB-2BE9-B70F-303E-44292C035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A74A2-E674-0B39-6176-8698EC3A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F5212-63FB-A778-732F-3A114BF34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46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6CA93-C806-7885-3563-45D83E72F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310F4-AE60-2FE8-181D-131EEF488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1DA75-0D9B-EDA2-782F-EA92041B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ABBE8-84CE-02ED-E6D4-A51A16872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DB8E4-C85C-3687-F5FC-6A2E959D4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5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>
            <a:extLst>
              <a:ext uri="{FF2B5EF4-FFF2-40B4-BE49-F238E27FC236}">
                <a16:creationId xmlns:a16="http://schemas.microsoft.com/office/drawing/2014/main" id="{2627417E-3B96-499C-AC3A-CDF07AEF4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550798"/>
            <a:ext cx="11183175" cy="9325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2C92A555-CEFA-4D21-902E-3F719B31B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1595121"/>
            <a:ext cx="11182350" cy="4348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notes Placeholder ">
            <a:extLst>
              <a:ext uri="{FF2B5EF4-FFF2-40B4-BE49-F238E27FC236}">
                <a16:creationId xmlns:a16="http://schemas.microsoft.com/office/drawing/2014/main" id="{AF40312D-E56F-914A-9CC0-AC4F5923B2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4000" y="6055361"/>
            <a:ext cx="11183175" cy="381107"/>
          </a:xfrm>
        </p:spPr>
        <p:txBody>
          <a:bodyPr/>
          <a:lstStyle>
            <a:lvl1pPr>
              <a:spcAft>
                <a:spcPts val="0"/>
              </a:spcAft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 * Tied directly to information on page</a:t>
            </a:r>
            <a:br>
              <a:rPr lang="en-US"/>
            </a:br>
            <a:r>
              <a:rPr lang="en-US"/>
              <a:t>** Tied directly to information on page</a:t>
            </a:r>
            <a:br>
              <a:rPr lang="en-US"/>
            </a:br>
            <a:r>
              <a:rPr lang="en-US"/>
              <a:t>Source: Source information goes here</a:t>
            </a:r>
          </a:p>
        </p:txBody>
      </p:sp>
      <p:sp>
        <p:nvSpPr>
          <p:cNvPr id="7" name="Date Placeholder ">
            <a:extLst>
              <a:ext uri="{FF2B5EF4-FFF2-40B4-BE49-F238E27FC236}">
                <a16:creationId xmlns:a16="http://schemas.microsoft.com/office/drawing/2014/main" id="{9434DF19-C9BA-D048-9E40-3B3C63627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6/14/21</a:t>
            </a:r>
            <a:endParaRPr lang="en-GB"/>
          </a:p>
        </p:txBody>
      </p:sp>
      <p:sp>
        <p:nvSpPr>
          <p:cNvPr id="8" name="Footer Placeholder ">
            <a:extLst>
              <a:ext uri="{FF2B5EF4-FFF2-40B4-BE49-F238E27FC236}">
                <a16:creationId xmlns:a16="http://schemas.microsoft.com/office/drawing/2014/main" id="{CCADF828-A606-B144-B40B-41CC623E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To create or edit a header or footer, go to Insert &gt; Header &amp; Footer</a:t>
            </a:r>
          </a:p>
        </p:txBody>
      </p:sp>
      <p:sp>
        <p:nvSpPr>
          <p:cNvPr id="9" name="Slide Number Placeholder ">
            <a:extLst>
              <a:ext uri="{FF2B5EF4-FFF2-40B4-BE49-F238E27FC236}">
                <a16:creationId xmlns:a16="http://schemas.microsoft.com/office/drawing/2014/main" id="{AC2C5185-2FFB-9042-B8D2-9F63941B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74C5-79B0-4340-9A8D-1CCBE3E8C6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023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Background image">
            <a:extLst>
              <a:ext uri="{FF2B5EF4-FFF2-40B4-BE49-F238E27FC236}">
                <a16:creationId xmlns:a16="http://schemas.microsoft.com/office/drawing/2014/main" id="{679CA6D4-DB00-455E-AC6F-BE50491FE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01BB3325-8865-A24E-9E0E-637AE1E6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5" y="549275"/>
            <a:ext cx="5770563" cy="14624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0" name="Subtitle or Presenter">
            <a:extLst>
              <a:ext uri="{FF2B5EF4-FFF2-40B4-BE49-F238E27FC236}">
                <a16:creationId xmlns:a16="http://schemas.microsoft.com/office/drawing/2014/main" id="{D204E043-1025-EC48-829B-ABB5DBC038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4824" y="2634109"/>
            <a:ext cx="2726056" cy="639673"/>
          </a:xfrm>
        </p:spPr>
        <p:txBody>
          <a:bodyPr/>
          <a:lstStyle>
            <a:lvl1pPr>
              <a:lnSpc>
                <a:spcPct val="112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or </a:t>
            </a:r>
            <a:br>
              <a:rPr lang="en-US"/>
            </a:br>
            <a:r>
              <a:rPr lang="en-US"/>
              <a:t>Presenter</a:t>
            </a:r>
          </a:p>
        </p:txBody>
      </p:sp>
      <p:sp>
        <p:nvSpPr>
          <p:cNvPr id="31" name="Date">
            <a:extLst>
              <a:ext uri="{FF2B5EF4-FFF2-40B4-BE49-F238E27FC236}">
                <a16:creationId xmlns:a16="http://schemas.microsoft.com/office/drawing/2014/main" id="{9773E334-7E20-F144-8F18-14E3714D2A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9332" y="2634109"/>
            <a:ext cx="2726056" cy="639673"/>
          </a:xfrm>
        </p:spPr>
        <p:txBody>
          <a:bodyPr/>
          <a:lstStyle>
            <a:lvl1pPr>
              <a:lnSpc>
                <a:spcPct val="112000"/>
              </a:lnSpc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7E85BCEA-7262-134E-BA8E-1744D7C9055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4" y="2207368"/>
            <a:ext cx="5770562" cy="271672"/>
          </a:xfrm>
        </p:spPr>
        <p:txBody>
          <a:bodyPr/>
          <a:lstStyle>
            <a:lvl1pPr>
              <a:defRPr sz="1600" b="1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Department name</a:t>
            </a:r>
          </a:p>
        </p:txBody>
      </p:sp>
      <p:pic>
        <p:nvPicPr>
          <p:cNvPr id="3" name="Picture 2" descr="Nationwide reversed color version logo&#10;">
            <a:extLst>
              <a:ext uri="{FF2B5EF4-FFF2-40B4-BE49-F238E27FC236}">
                <a16:creationId xmlns:a16="http://schemas.microsoft.com/office/drawing/2014/main" id="{83B21408-DA39-E372-9ABA-32E7F837B7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95" y="4023363"/>
            <a:ext cx="2410477" cy="236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3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9CFB2-630F-5E81-F76F-ED632223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C3C80-E0EC-97FB-FF14-88E3229D9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B4D72-FDEB-A163-810E-07B8857F9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A4704-2376-4B2A-AF24-5614A52FBDA2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77B5-0B69-5A00-34FE-4C838849A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58B9-A9A2-0CBE-AB49-7C062DD42F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CD4B3-5D30-4910-B839-92AE5E678A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53C479C-CC25-654E-B9F8-6BF1D7E8E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PM Team Working Session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B5C958-1BC8-6245-92E1-79E2A30BF6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4" y="2207368"/>
            <a:ext cx="5770562" cy="1322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08/28/26</a:t>
            </a:r>
          </a:p>
          <a:p>
            <a:pPr marL="0" indent="0">
              <a:buNone/>
            </a:pPr>
            <a:r>
              <a:rPr lang="en-US" dirty="0"/>
              <a:t>12-2 PST</a:t>
            </a:r>
          </a:p>
        </p:txBody>
      </p:sp>
    </p:spTree>
    <p:extLst>
      <p:ext uri="{BB962C8B-B14F-4D97-AF65-F5344CB8AC3E}">
        <p14:creationId xmlns:p14="http://schemas.microsoft.com/office/powerpoint/2010/main" val="2180573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">
            <a:extLst>
              <a:ext uri="{FF2B5EF4-FFF2-40B4-BE49-F238E27FC236}">
                <a16:creationId xmlns:a16="http://schemas.microsoft.com/office/drawing/2014/main" id="{84C04B56-6161-564C-87B1-7A2A0ABB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graphicFrame>
        <p:nvGraphicFramePr>
          <p:cNvPr id="9" name="Agenda table">
            <a:extLst>
              <a:ext uri="{FF2B5EF4-FFF2-40B4-BE49-F238E27FC236}">
                <a16:creationId xmlns:a16="http://schemas.microsoft.com/office/drawing/2014/main" id="{7642A14A-4B52-8E47-A295-F3202CBD4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178235"/>
              </p:ext>
            </p:extLst>
          </p:nvPr>
        </p:nvGraphicFramePr>
        <p:xfrm>
          <a:off x="504000" y="1399922"/>
          <a:ext cx="11182348" cy="3606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3440">
                  <a:extLst>
                    <a:ext uri="{9D8B030D-6E8A-4147-A177-3AD203B41FA5}">
                      <a16:colId xmlns:a16="http://schemas.microsoft.com/office/drawing/2014/main" val="2434586132"/>
                    </a:ext>
                  </a:extLst>
                </a:gridCol>
                <a:gridCol w="6903720">
                  <a:extLst>
                    <a:ext uri="{9D8B030D-6E8A-4147-A177-3AD203B41FA5}">
                      <a16:colId xmlns:a16="http://schemas.microsoft.com/office/drawing/2014/main" val="741527036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3101888157"/>
                    </a:ext>
                  </a:extLst>
                </a:gridCol>
                <a:gridCol w="1189036">
                  <a:extLst>
                    <a:ext uri="{9D8B030D-6E8A-4147-A177-3AD203B41FA5}">
                      <a16:colId xmlns:a16="http://schemas.microsoft.com/office/drawing/2014/main" val="2664977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Presenter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Outcome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5413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200" b="1" dirty="0">
                          <a:latin typeface="+mn-lt"/>
                        </a:rPr>
                        <a:t>12:00p.m. – 12:00p.m.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Turn on transcript 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Cindy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+mn-lt"/>
                        </a:rPr>
                        <a:t>Inform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92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n-lt"/>
                        </a:rPr>
                        <a:t>12:00p.m. – 12:10p.m.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>
                          <a:latin typeface="+mn-lt"/>
                        </a:rPr>
                        <a:t>Icebreaker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>
                          <a:latin typeface="+mn-lt"/>
                        </a:rPr>
                        <a:t>Have Fun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7505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+mn-lt"/>
                        </a:rPr>
                        <a:t>12:10p.m. -12:20p.m.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dirty="0">
                          <a:latin typeface="+mn-lt"/>
                        </a:rPr>
                        <a:t>Recognition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>
                          <a:latin typeface="+mn-lt"/>
                        </a:rPr>
                        <a:t>Discuss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39717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+mn-lt"/>
                        </a:rPr>
                        <a:t>12:20p.m. – 12:30p.m.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US" sz="1200" dirty="0">
                          <a:latin typeface="+mn-lt"/>
                        </a:rPr>
                        <a:t>2026 Learning Calendar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Astha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Inform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61675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+mn-lt"/>
                        </a:rPr>
                        <a:t>12:30p.m. – 12:45p.m.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US" sz="1200" dirty="0">
                          <a:latin typeface="+mn-lt"/>
                        </a:rPr>
                        <a:t>Project Naming Conventions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Lalitha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Discuss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53018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dirty="0">
                          <a:latin typeface="+mn-lt"/>
                        </a:rPr>
                        <a:t>12:45p.m. – 1:00p.m.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US" sz="1200" dirty="0">
                          <a:latin typeface="+mn-lt"/>
                        </a:rPr>
                        <a:t>Demand in Planview for 2026 work – is it all in?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Cindy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Align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871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latin typeface="+mn-lt"/>
                        </a:rPr>
                        <a:t>1:00p.m. – 1:30p.m.</a:t>
                      </a:r>
                    </a:p>
                  </a:txBody>
                  <a:tcPr anchor="ctr"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US" sz="1200" dirty="0">
                          <a:latin typeface="+mn-lt"/>
                        </a:rPr>
                        <a:t>Monthly portfolio deck review and updates (Cindy sent out deck in Teams yesterday)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Cindy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Align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0475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1" dirty="0">
                          <a:latin typeface="+mn-lt"/>
                        </a:rPr>
                        <a:t>1:30p.m. – 2:00p.m.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FontTx/>
                        <a:buNone/>
                      </a:pPr>
                      <a:r>
                        <a:rPr lang="en-US" sz="1200" i="1" dirty="0">
                          <a:latin typeface="+mn-lt"/>
                        </a:rPr>
                        <a:t>2027 Budget and Work Setup </a:t>
                      </a:r>
                      <a:r>
                        <a:rPr lang="en-US" sz="1200" i="1">
                          <a:latin typeface="+mn-lt"/>
                        </a:rPr>
                        <a:t>in Planview– </a:t>
                      </a:r>
                      <a:r>
                        <a:rPr lang="en-US" sz="1200" i="1" dirty="0">
                          <a:latin typeface="+mn-lt"/>
                        </a:rPr>
                        <a:t>document your improvement ideas for next </a:t>
                      </a:r>
                      <a:r>
                        <a:rPr lang="en-US" sz="1200" i="1">
                          <a:latin typeface="+mn-lt"/>
                        </a:rPr>
                        <a:t>week’s meeting</a:t>
                      </a:r>
                      <a:endParaRPr lang="en-US" sz="1200" i="1" dirty="0">
                        <a:latin typeface="+mn-lt"/>
                      </a:endParaRP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i="1" dirty="0">
                          <a:latin typeface="+mn-lt"/>
                        </a:rPr>
                        <a:t>Funding to date, OFIs (budget setup and work bundling/categorization, allocations vs. agile costing, demand smoothing), PM assignments coming soon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kumimoji="0" lang="en-US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Cindy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200" i="1" dirty="0">
                          <a:latin typeface="+mn-lt"/>
                        </a:rPr>
                        <a:t>Discuss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32063"/>
                  </a:ext>
                </a:extLst>
              </a:tr>
            </a:tbl>
          </a:graphicData>
        </a:graphic>
      </p:graphicFrame>
      <p:sp>
        <p:nvSpPr>
          <p:cNvPr id="5" name="Slide Number Placeholder ">
            <a:extLst>
              <a:ext uri="{FF2B5EF4-FFF2-40B4-BE49-F238E27FC236}">
                <a16:creationId xmlns:a16="http://schemas.microsoft.com/office/drawing/2014/main" id="{079F8E3A-9B4A-2641-86B6-A092129E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A74C5-79B0-4340-9A8D-1CCBE3E8C644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841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F0AB2B94E9164080AE6A7AF0D97188" ma:contentTypeVersion="9" ma:contentTypeDescription="Create a new document." ma:contentTypeScope="" ma:versionID="3b2a4e93513da2868a1dace0c5defd20">
  <xsd:schema xmlns:xsd="http://www.w3.org/2001/XMLSchema" xmlns:xs="http://www.w3.org/2001/XMLSchema" xmlns:p="http://schemas.microsoft.com/office/2006/metadata/properties" xmlns:ns2="2e1d4e07-6760-4f2a-9312-949aaba4a6da" xmlns:ns3="b7d811bb-603c-460a-9cfd-cf190d9133f6" targetNamespace="http://schemas.microsoft.com/office/2006/metadata/properties" ma:root="true" ma:fieldsID="0d96902118c4f37bde9f7d6f0bbef530" ns2:_="" ns3:_="">
    <xsd:import namespace="2e1d4e07-6760-4f2a-9312-949aaba4a6da"/>
    <xsd:import namespace="b7d811bb-603c-460a-9cfd-cf190d9133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1d4e07-6760-4f2a-9312-949aaba4a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b0a7d3-0568-4cb5-b861-555e3d31153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d811bb-603c-460a-9cfd-cf190d9133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f3a11e6-3e35-4797-b11b-7cd9f7711061}" ma:internalName="TaxCatchAll" ma:showField="CatchAllData" ma:web="b7d811bb-603c-460a-9cfd-cf190d9133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e1d4e07-6760-4f2a-9312-949aaba4a6da">
      <Terms xmlns="http://schemas.microsoft.com/office/infopath/2007/PartnerControls"/>
    </lcf76f155ced4ddcb4097134ff3c332f>
    <TaxCatchAll xmlns="b7d811bb-603c-460a-9cfd-cf190d9133f6" xsi:nil="true"/>
  </documentManagement>
</p:properties>
</file>

<file path=customXml/itemProps1.xml><?xml version="1.0" encoding="utf-8"?>
<ds:datastoreItem xmlns:ds="http://schemas.openxmlformats.org/officeDocument/2006/customXml" ds:itemID="{9E19F6B9-B9E1-4B85-84B2-C1479E9100EE}"/>
</file>

<file path=customXml/itemProps2.xml><?xml version="1.0" encoding="utf-8"?>
<ds:datastoreItem xmlns:ds="http://schemas.openxmlformats.org/officeDocument/2006/customXml" ds:itemID="{35E5B500-6E1A-48D6-AE5C-9EE339D779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BECF24A-454C-4ADF-8CF1-D477046582F3}">
  <ds:schemaRefs>
    <ds:schemaRef ds:uri="http://purl.org/dc/elements/1.1/"/>
    <ds:schemaRef ds:uri="2e1d4e07-6760-4f2a-9312-949aaba4a6da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182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PM Team Working Session</vt:lpstr>
      <vt:lpstr>Agenda</vt:lpstr>
    </vt:vector>
  </TitlesOfParts>
  <Company>Nationwide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Trudeau, Cindy</dc:creator>
  <cp:lastModifiedBy>Trudeau, Cindy</cp:lastModifiedBy>
  <cp:revision>2</cp:revision>
  <dcterms:created xsi:type="dcterms:W3CDTF">2026-06-25T17:55:30Z</dcterms:created>
  <dcterms:modified xsi:type="dcterms:W3CDTF">2026-08-28T15:22:34Z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ea8e88-16c4-4b55-a945-7bd6248db4bf_Enabled">
    <vt:lpwstr>true</vt:lpwstr>
  </property>
  <property fmtid="{D5CDD505-2E9C-101B-9397-08002B2CF9AE}" pid="3" name="MSIP_Label_92ea8e88-16c4-4b55-a945-7bd6248db4bf_SetDate">
    <vt:lpwstr>2026-06-25T18:17:10Z</vt:lpwstr>
  </property>
  <property fmtid="{D5CDD505-2E9C-101B-9397-08002B2CF9AE}" pid="4" name="MSIP_Label_92ea8e88-16c4-4b55-a945-7bd6248db4bf_Method">
    <vt:lpwstr>Standard</vt:lpwstr>
  </property>
  <property fmtid="{D5CDD505-2E9C-101B-9397-08002B2CF9AE}" pid="5" name="MSIP_Label_92ea8e88-16c4-4b55-a945-7bd6248db4bf_Name">
    <vt:lpwstr>Internal</vt:lpwstr>
  </property>
  <property fmtid="{D5CDD505-2E9C-101B-9397-08002B2CF9AE}" pid="6" name="MSIP_Label_92ea8e88-16c4-4b55-a945-7bd6248db4bf_SiteId">
    <vt:lpwstr>22140e4c-d390-45c2-b297-a26c516dc461</vt:lpwstr>
  </property>
  <property fmtid="{D5CDD505-2E9C-101B-9397-08002B2CF9AE}" pid="7" name="MSIP_Label_92ea8e88-16c4-4b55-a945-7bd6248db4bf_ActionId">
    <vt:lpwstr>1aec11e7-3b5c-4a34-90a9-e03cf4fd8d9e</vt:lpwstr>
  </property>
  <property fmtid="{D5CDD505-2E9C-101B-9397-08002B2CF9AE}" pid="8" name="MSIP_Label_92ea8e88-16c4-4b55-a945-7bd6248db4bf_ContentBits">
    <vt:lpwstr>0</vt:lpwstr>
  </property>
  <property fmtid="{D5CDD505-2E9C-101B-9397-08002B2CF9AE}" pid="9" name="MSIP_Label_92ea8e88-16c4-4b55-a945-7bd6248db4bf_Tag">
    <vt:lpwstr>10, 3, 0, 1</vt:lpwstr>
  </property>
  <property fmtid="{D5CDD505-2E9C-101B-9397-08002B2CF9AE}" pid="10" name="ContentTypeId">
    <vt:lpwstr>0x01010089F0AB2B94E9164080AE6A7AF0D97188</vt:lpwstr>
  </property>
</Properties>
</file>