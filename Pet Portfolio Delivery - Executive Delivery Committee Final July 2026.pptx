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4"/>
    <p:sldMasterId id="2147483853" r:id="rId5"/>
    <p:sldMasterId id="2147484116" r:id="rId6"/>
  </p:sldMasterIdLst>
  <p:notesMasterIdLst>
    <p:notesMasterId r:id="rId12"/>
  </p:notesMasterIdLst>
  <p:sldIdLst>
    <p:sldId id="256" r:id="rId7"/>
    <p:sldId id="257" r:id="rId8"/>
    <p:sldId id="262" r:id="rId9"/>
    <p:sldId id="260" r:id="rId10"/>
    <p:sldId id="261" r:id="rId11"/>
  </p:sldIdLst>
  <p:sldSz cx="12192000" cy="6858000"/>
  <p:notesSz cx="7010400" cy="92964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A6230B-1413-6DD5-E7C5-B79DBBEA2790}" name="Heitmann, Kelly" initials="HK" userId="S::heitmk1@nationwide.com::e160fedb-5253-41c8-8b4b-8be4a615f039" providerId="AD"/>
  <p188:author id="{0BBD652D-4504-5620-723E-048C2DCA9DCD}" name="Dadgar, Ali" initials="DA" userId="S::dadgaa1@nationwide.com::434344c2-e475-4cb2-9bd1-2b38f107d750" providerId="AD"/>
  <p188:author id="{838C2A45-FD7B-C59E-406A-182021AA13BB}" name="Gibson, Sandy" initials="GS" userId="S::gibsos@nationwide.com::952a1003-56b1-4f86-8fda-24f12fe8ba7a" providerId="AD"/>
  <p188:author id="{0CDA6366-04B9-C8E9-F4DA-683076039D69}" name="Sweet, Charysse B" initials="CS" userId="S::csweet@nationwide.com::95087065-d164-4777-a566-8917f784019d" providerId="AD"/>
  <p188:author id="{9395BE70-BB07-0A78-289C-63353A043B1D}" name="Love, Braden" initials="LB" userId="S::braden.love@nationwide.com::0368576c-f3d8-42c6-ac56-92e7f403e03e" providerId="AD"/>
  <p188:author id="{2ED0AC89-B3DF-54C9-5926-14731EBCC8A7}" name="Ciriaco, Leslie" initials="CL" userId="S::cirial1@nationwide.com::30687907-7d85-475d-8b18-d0db9bedb48e" providerId="AD"/>
  <p188:author id="{70AFB0A6-0D8D-D16E-76A5-EFD5E1B7DDB6}" name="Gibson, Sandra" initials="SG" userId="S::GIBSOS@nationwide.com::952a1003-56b1-4f86-8fda-24f12fe8ba7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iriaco, Leslie" initials="LC" lastIdx="10" clrIdx="0">
    <p:extLst>
      <p:ext uri="{19B8F6BF-5375-455C-9EA6-DF929625EA0E}">
        <p15:presenceInfo xmlns:p15="http://schemas.microsoft.com/office/powerpoint/2012/main" userId="S::cirial1@nationwide.com::30687907-7d85-475d-8b18-d0db9bedb48e" providerId="AD"/>
      </p:ext>
    </p:extLst>
  </p:cmAuthor>
  <p:cmAuthor id="2" name="Sweet, Charysse B" initials="SB" lastIdx="2" clrIdx="1">
    <p:extLst>
      <p:ext uri="{19B8F6BF-5375-455C-9EA6-DF929625EA0E}">
        <p15:presenceInfo xmlns:p15="http://schemas.microsoft.com/office/powerpoint/2012/main" userId="S::csweet@nationwide.com::95087065-d164-4777-a566-8917f784019d" providerId="AD"/>
      </p:ext>
    </p:extLst>
  </p:cmAuthor>
  <p:cmAuthor id="3" name="Carnes, Joel" initials="CJ" lastIdx="6" clrIdx="2">
    <p:extLst>
      <p:ext uri="{19B8F6BF-5375-455C-9EA6-DF929625EA0E}">
        <p15:presenceInfo xmlns:p15="http://schemas.microsoft.com/office/powerpoint/2012/main" userId="S::carnej7@nationwide.com::68c81cdd-e391-45f8-a5c1-ba1f1ebd0355" providerId="AD"/>
      </p:ext>
    </p:extLst>
  </p:cmAuthor>
  <p:cmAuthor id="4" name="Love, Braden Kenneth" initials="LBK" lastIdx="3" clrIdx="3">
    <p:extLst>
      <p:ext uri="{19B8F6BF-5375-455C-9EA6-DF929625EA0E}">
        <p15:presenceInfo xmlns:p15="http://schemas.microsoft.com/office/powerpoint/2012/main" userId="S::braden.love@nationwide.com::0368576c-f3d8-42c6-ac56-92e7f403e03e" providerId="AD"/>
      </p:ext>
    </p:extLst>
  </p:cmAuthor>
  <p:cmAuthor id="5" name="Thompson, Andromeda" initials="TA" lastIdx="1" clrIdx="4">
    <p:extLst>
      <p:ext uri="{19B8F6BF-5375-455C-9EA6-DF929625EA0E}">
        <p15:presenceInfo xmlns:p15="http://schemas.microsoft.com/office/powerpoint/2012/main" userId="S::andromeda.thompson@nationwide.com::ec7bac96-3c45-469a-9593-f9fb0f4440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5C"/>
    <a:srgbClr val="5B6AD4"/>
    <a:srgbClr val="7A7266"/>
    <a:srgbClr val="0047BB"/>
    <a:srgbClr val="CBCFE7"/>
    <a:srgbClr val="00CCB9"/>
    <a:srgbClr val="2649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8C345E-45D8-4581-88FD-1E70644585FF}" v="3" dt="2026-09-01T21:28:16.5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71" d="100"/>
          <a:sy n="171" d="100"/>
        </p:scale>
        <p:origin x="323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4.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deau, Cindy" userId="5c28d3c8-596d-4cbf-a5ec-3ae932b156cd" providerId="ADAL" clId="{0FE9CF52-C380-40F0-BAA4-A99AFF84693D}"/>
    <pc:docChg chg="undo custSel addSld delSld modSld">
      <pc:chgData name="Trudeau, Cindy" userId="5c28d3c8-596d-4cbf-a5ec-3ae932b156cd" providerId="ADAL" clId="{0FE9CF52-C380-40F0-BAA4-A99AFF84693D}" dt="2026-09-02T14:07:48.801" v="313" actId="15"/>
      <pc:docMkLst>
        <pc:docMk/>
      </pc:docMkLst>
      <pc:sldChg chg="modSp mod">
        <pc:chgData name="Trudeau, Cindy" userId="5c28d3c8-596d-4cbf-a5ec-3ae932b156cd" providerId="ADAL" clId="{0FE9CF52-C380-40F0-BAA4-A99AFF84693D}" dt="2026-09-02T14:00:07.012" v="273" actId="14100"/>
        <pc:sldMkLst>
          <pc:docMk/>
          <pc:sldMk cId="2868795364" sldId="256"/>
        </pc:sldMkLst>
        <pc:spChg chg="mod">
          <ac:chgData name="Trudeau, Cindy" userId="5c28d3c8-596d-4cbf-a5ec-3ae932b156cd" providerId="ADAL" clId="{0FE9CF52-C380-40F0-BAA4-A99AFF84693D}" dt="2026-09-02T14:00:07.012" v="273" actId="14100"/>
          <ac:spMkLst>
            <pc:docMk/>
            <pc:sldMk cId="2868795364" sldId="256"/>
            <ac:spMk id="2" creationId="{CF1D6F13-0935-0618-5B80-FEBAFAE3625F}"/>
          </ac:spMkLst>
        </pc:spChg>
      </pc:sldChg>
      <pc:sldChg chg="modSp mod">
        <pc:chgData name="Trudeau, Cindy" userId="5c28d3c8-596d-4cbf-a5ec-3ae932b156cd" providerId="ADAL" clId="{0FE9CF52-C380-40F0-BAA4-A99AFF84693D}" dt="2026-09-02T14:01:23.164" v="301" actId="20577"/>
        <pc:sldMkLst>
          <pc:docMk/>
          <pc:sldMk cId="0" sldId="257"/>
        </pc:sldMkLst>
        <pc:spChg chg="mod">
          <ac:chgData name="Trudeau, Cindy" userId="5c28d3c8-596d-4cbf-a5ec-3ae932b156cd" providerId="ADAL" clId="{0FE9CF52-C380-40F0-BAA4-A99AFF84693D}" dt="2026-09-02T14:01:23.164" v="301" actId="20577"/>
          <ac:spMkLst>
            <pc:docMk/>
            <pc:sldMk cId="0" sldId="257"/>
            <ac:spMk id="5" creationId="{00000000-0000-0000-0000-000000000000}"/>
          </ac:spMkLst>
        </pc:spChg>
        <pc:spChg chg="mod">
          <ac:chgData name="Trudeau, Cindy" userId="5c28d3c8-596d-4cbf-a5ec-3ae932b156cd" providerId="ADAL" clId="{0FE9CF52-C380-40F0-BAA4-A99AFF84693D}" dt="2026-09-02T14:00:20.698" v="275" actId="6549"/>
          <ac:spMkLst>
            <pc:docMk/>
            <pc:sldMk cId="0" sldId="257"/>
            <ac:spMk id="6" creationId="{00000000-0000-0000-0000-000000000000}"/>
          </ac:spMkLst>
        </pc:spChg>
        <pc:spChg chg="mod">
          <ac:chgData name="Trudeau, Cindy" userId="5c28d3c8-596d-4cbf-a5ec-3ae932b156cd" providerId="ADAL" clId="{0FE9CF52-C380-40F0-BAA4-A99AFF84693D}" dt="2026-09-02T14:01:05.223" v="294" actId="20577"/>
          <ac:spMkLst>
            <pc:docMk/>
            <pc:sldMk cId="0" sldId="257"/>
            <ac:spMk id="14" creationId="{00000000-0000-0000-0000-000000000000}"/>
          </ac:spMkLst>
        </pc:spChg>
      </pc:sldChg>
      <pc:sldChg chg="modSp mod">
        <pc:chgData name="Trudeau, Cindy" userId="5c28d3c8-596d-4cbf-a5ec-3ae932b156cd" providerId="ADAL" clId="{0FE9CF52-C380-40F0-BAA4-A99AFF84693D}" dt="2026-09-02T14:07:48.801" v="313" actId="15"/>
        <pc:sldMkLst>
          <pc:docMk/>
          <pc:sldMk cId="0" sldId="261"/>
        </pc:sldMkLst>
        <pc:spChg chg="mod">
          <ac:chgData name="Trudeau, Cindy" userId="5c28d3c8-596d-4cbf-a5ec-3ae932b156cd" providerId="ADAL" clId="{0FE9CF52-C380-40F0-BAA4-A99AFF84693D}" dt="2026-09-02T14:07:48.801" v="313" actId="15"/>
          <ac:spMkLst>
            <pc:docMk/>
            <pc:sldMk cId="0" sldId="261"/>
            <ac:spMk id="7" creationId="{00000000-0000-0000-0000-000000000000}"/>
          </ac:spMkLst>
        </pc:spChg>
        <pc:graphicFrameChg chg="modGraphic">
          <ac:chgData name="Trudeau, Cindy" userId="5c28d3c8-596d-4cbf-a5ec-3ae932b156cd" providerId="ADAL" clId="{0FE9CF52-C380-40F0-BAA4-A99AFF84693D}" dt="2026-09-02T14:01:58.440" v="312" actId="20577"/>
          <ac:graphicFrameMkLst>
            <pc:docMk/>
            <pc:sldMk cId="0" sldId="261"/>
            <ac:graphicFrameMk id="12" creationId="{00000000-0000-0000-0000-000000000000}"/>
          </ac:graphicFrameMkLst>
        </pc:graphicFrameChg>
      </pc:sldChg>
      <pc:sldChg chg="addSp delSp modSp new mod">
        <pc:chgData name="Trudeau, Cindy" userId="5c28d3c8-596d-4cbf-a5ec-3ae932b156cd" providerId="ADAL" clId="{0FE9CF52-C380-40F0-BAA4-A99AFF84693D}" dt="2026-09-02T13:59:53.242" v="272" actId="14100"/>
        <pc:sldMkLst>
          <pc:docMk/>
          <pc:sldMk cId="3471299500" sldId="262"/>
        </pc:sldMkLst>
        <pc:spChg chg="del">
          <ac:chgData name="Trudeau, Cindy" userId="5c28d3c8-596d-4cbf-a5ec-3ae932b156cd" providerId="ADAL" clId="{0FE9CF52-C380-40F0-BAA4-A99AFF84693D}" dt="2026-09-01T20:52:25.350" v="234" actId="478"/>
          <ac:spMkLst>
            <pc:docMk/>
            <pc:sldMk cId="3471299500" sldId="262"/>
            <ac:spMk id="2" creationId="{61D9466A-BF56-357E-E8C3-3B8871DDC32D}"/>
          </ac:spMkLst>
        </pc:spChg>
        <pc:spChg chg="add del mod">
          <ac:chgData name="Trudeau, Cindy" userId="5c28d3c8-596d-4cbf-a5ec-3ae932b156cd" providerId="ADAL" clId="{0FE9CF52-C380-40F0-BAA4-A99AFF84693D}" dt="2026-09-02T13:59:41.081" v="269" actId="478"/>
          <ac:spMkLst>
            <pc:docMk/>
            <pc:sldMk cId="3471299500" sldId="262"/>
            <ac:spMk id="5" creationId="{7B62F4EA-D888-F589-351B-B0AF17D21BF5}"/>
          </ac:spMkLst>
        </pc:spChg>
        <pc:picChg chg="add del mod">
          <ac:chgData name="Trudeau, Cindy" userId="5c28d3c8-596d-4cbf-a5ec-3ae932b156cd" providerId="ADAL" clId="{0FE9CF52-C380-40F0-BAA4-A99AFF84693D}" dt="2026-09-01T21:28:06.608" v="236" actId="478"/>
          <ac:picMkLst>
            <pc:docMk/>
            <pc:sldMk cId="3471299500" sldId="262"/>
            <ac:picMk id="4" creationId="{378CF196-B8CB-5D9E-90E0-CE83D83879CF}"/>
          </ac:picMkLst>
        </pc:picChg>
        <pc:picChg chg="add mod">
          <ac:chgData name="Trudeau, Cindy" userId="5c28d3c8-596d-4cbf-a5ec-3ae932b156cd" providerId="ADAL" clId="{0FE9CF52-C380-40F0-BAA4-A99AFF84693D}" dt="2026-09-02T13:59:53.242" v="272" actId="14100"/>
          <ac:picMkLst>
            <pc:docMk/>
            <pc:sldMk cId="3471299500" sldId="262"/>
            <ac:picMk id="7" creationId="{54D2B83B-F944-DA8E-92DC-B24EEC93A426}"/>
          </ac:picMkLst>
        </pc:picChg>
      </pc:sldChg>
      <pc:sldChg chg="modSp add del mod">
        <pc:chgData name="Trudeau, Cindy" userId="5c28d3c8-596d-4cbf-a5ec-3ae932b156cd" providerId="ADAL" clId="{0FE9CF52-C380-40F0-BAA4-A99AFF84693D}" dt="2026-09-01T20:51:59.555" v="230"/>
        <pc:sldMkLst>
          <pc:docMk/>
          <pc:sldMk cId="7018192" sldId="2147481452"/>
        </pc:sldMkLst>
        <pc:graphicFrameChg chg="mod modGraphic">
          <ac:chgData name="Trudeau, Cindy" userId="5c28d3c8-596d-4cbf-a5ec-3ae932b156cd" providerId="ADAL" clId="{0FE9CF52-C380-40F0-BAA4-A99AFF84693D}" dt="2026-09-01T20:14:30.214" v="1" actId="14100"/>
          <ac:graphicFrameMkLst>
            <pc:docMk/>
            <pc:sldMk cId="7018192" sldId="2147481452"/>
            <ac:graphicFrameMk id="16" creationId="{7B7EE7DC-8B2E-5F57-C76C-D93F4AC63376}"/>
          </ac:graphicFrameMkLst>
        </pc:graphicFrameChg>
      </pc:sldChg>
      <pc:sldMasterChg chg="delSldLayout">
        <pc:chgData name="Trudeau, Cindy" userId="5c28d3c8-596d-4cbf-a5ec-3ae932b156cd" providerId="ADAL" clId="{0FE9CF52-C380-40F0-BAA4-A99AFF84693D}" dt="2026-09-01T20:51:43.514" v="227" actId="47"/>
        <pc:sldMasterMkLst>
          <pc:docMk/>
          <pc:sldMasterMk cId="0" sldId="2147484116"/>
        </pc:sldMasterMkLst>
        <pc:sldLayoutChg chg="del">
          <pc:chgData name="Trudeau, Cindy" userId="5c28d3c8-596d-4cbf-a5ec-3ae932b156cd" providerId="ADAL" clId="{0FE9CF52-C380-40F0-BAA4-A99AFF84693D}" dt="2026-09-01T20:51:43.514" v="227" actId="47"/>
          <pc:sldLayoutMkLst>
            <pc:docMk/>
            <pc:sldMasterMk cId="0" sldId="2147484116"/>
            <pc:sldLayoutMk cId="4294532953" sldId="214748411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91700C11-9E8A-450B-B0E4-378DCE9CBDDC}" type="datetimeFigureOut">
              <a:rPr lang="en-US" smtClean="0"/>
              <a:t>9/2/2026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54EE1924-0955-4941-A0BA-438D4E124296}" type="slidenum">
              <a:rPr lang="en-US" smtClean="0"/>
              <a:t>‹#›</a:t>
            </a:fld>
            <a:endParaRPr lang="en-US"/>
          </a:p>
        </p:txBody>
      </p:sp>
    </p:spTree>
    <p:extLst>
      <p:ext uri="{BB962C8B-B14F-4D97-AF65-F5344CB8AC3E}">
        <p14:creationId xmlns:p14="http://schemas.microsoft.com/office/powerpoint/2010/main" val="2489936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tx2"/>
        </a:solidFill>
        <a:effectLst/>
      </p:bgPr>
    </p:bg>
    <p:spTree>
      <p:nvGrpSpPr>
        <p:cNvPr id="1" name=""/>
        <p:cNvGrpSpPr/>
        <p:nvPr/>
      </p:nvGrpSpPr>
      <p:grpSpPr>
        <a:xfrm>
          <a:off x="0" y="0"/>
          <a:ext cx="0" cy="0"/>
          <a:chOff x="0" y="0"/>
          <a:chExt cx="0" cy="0"/>
        </a:xfrm>
      </p:grpSpPr>
      <p:pic>
        <p:nvPicPr>
          <p:cNvPr id="24" name="Picture 23" descr="A picture containing pie chart&#10;&#10;Description automatically generated">
            <a:extLst>
              <a:ext uri="{FF2B5EF4-FFF2-40B4-BE49-F238E27FC236}">
                <a16:creationId xmlns:a16="http://schemas.microsoft.com/office/drawing/2014/main" id="{679CA6D4-DB00-455E-AC6F-BE50491FE77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Title 1">
            <a:extLst>
              <a:ext uri="{FF2B5EF4-FFF2-40B4-BE49-F238E27FC236}">
                <a16:creationId xmlns:a16="http://schemas.microsoft.com/office/drawing/2014/main" id="{C0CE8417-9F56-B54E-8200-9F05C7705D91}"/>
              </a:ext>
            </a:extLst>
          </p:cNvPr>
          <p:cNvSpPr>
            <a:spLocks noGrp="1"/>
          </p:cNvSpPr>
          <p:nvPr>
            <p:ph type="title"/>
          </p:nvPr>
        </p:nvSpPr>
        <p:spPr>
          <a:xfrm>
            <a:off x="504825" y="549275"/>
            <a:ext cx="5770564" cy="1653686"/>
          </a:xfrm>
        </p:spPr>
        <p:txBody>
          <a:bodyPr/>
          <a:lstStyle>
            <a:lvl1pPr>
              <a:defRPr>
                <a:solidFill>
                  <a:schemeClr val="bg1"/>
                </a:solidFill>
              </a:defRPr>
            </a:lvl1pPr>
          </a:lstStyle>
          <a:p>
            <a:r>
              <a:rPr lang="en-US"/>
              <a:t>Click to edit Master title style</a:t>
            </a:r>
            <a:endParaRPr lang="en-GB"/>
          </a:p>
        </p:txBody>
      </p:sp>
      <p:grpSp>
        <p:nvGrpSpPr>
          <p:cNvPr id="33" name="Group 32">
            <a:extLst>
              <a:ext uri="{FF2B5EF4-FFF2-40B4-BE49-F238E27FC236}">
                <a16:creationId xmlns:a16="http://schemas.microsoft.com/office/drawing/2014/main" id="{60148C3A-0935-3548-9D74-B20E0F264E11}"/>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34" name="Oval 33">
              <a:extLst>
                <a:ext uri="{FF2B5EF4-FFF2-40B4-BE49-F238E27FC236}">
                  <a16:creationId xmlns:a16="http://schemas.microsoft.com/office/drawing/2014/main" id="{ADEE46C6-B8D0-BE4A-924A-0B4DE9AA2BC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5" name="Oval 34">
              <a:extLst>
                <a:ext uri="{FF2B5EF4-FFF2-40B4-BE49-F238E27FC236}">
                  <a16:creationId xmlns:a16="http://schemas.microsoft.com/office/drawing/2014/main" id="{9CAFDA5C-9A68-C846-9B69-27759DF4D8DE}"/>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6" name="Freeform 35">
              <a:extLst>
                <a:ext uri="{FF2B5EF4-FFF2-40B4-BE49-F238E27FC236}">
                  <a16:creationId xmlns:a16="http://schemas.microsoft.com/office/drawing/2014/main" id="{6FE05E72-E06C-F44C-A372-292C18FFDCEC}"/>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7" name="Freeform 36">
              <a:extLst>
                <a:ext uri="{FF2B5EF4-FFF2-40B4-BE49-F238E27FC236}">
                  <a16:creationId xmlns:a16="http://schemas.microsoft.com/office/drawing/2014/main" id="{A66DB4D5-0F81-FA40-BF7F-D49AB4BE3A60}"/>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8" name="Freeform 37">
              <a:extLst>
                <a:ext uri="{FF2B5EF4-FFF2-40B4-BE49-F238E27FC236}">
                  <a16:creationId xmlns:a16="http://schemas.microsoft.com/office/drawing/2014/main" id="{1AFBF16F-8A81-754F-B3ED-C36F8A11E574}"/>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9" name="Freeform 38">
              <a:extLst>
                <a:ext uri="{FF2B5EF4-FFF2-40B4-BE49-F238E27FC236}">
                  <a16:creationId xmlns:a16="http://schemas.microsoft.com/office/drawing/2014/main" id="{E7BC8B40-7702-114B-A54F-B22AF0D5EC34}"/>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0" name="Freeform 39">
              <a:extLst>
                <a:ext uri="{FF2B5EF4-FFF2-40B4-BE49-F238E27FC236}">
                  <a16:creationId xmlns:a16="http://schemas.microsoft.com/office/drawing/2014/main" id="{7D71D2CF-318E-614F-8BA3-A1CE1FD301E7}"/>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1" name="Freeform 40">
              <a:extLst>
                <a:ext uri="{FF2B5EF4-FFF2-40B4-BE49-F238E27FC236}">
                  <a16:creationId xmlns:a16="http://schemas.microsoft.com/office/drawing/2014/main" id="{D9588A39-8C80-034E-8D3D-67E98E17D01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2" name="Freeform 41">
              <a:extLst>
                <a:ext uri="{FF2B5EF4-FFF2-40B4-BE49-F238E27FC236}">
                  <a16:creationId xmlns:a16="http://schemas.microsoft.com/office/drawing/2014/main" id="{CB4CA907-2965-5041-A4D1-88FFC0AAFE4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3" name="Freeform 42">
              <a:extLst>
                <a:ext uri="{FF2B5EF4-FFF2-40B4-BE49-F238E27FC236}">
                  <a16:creationId xmlns:a16="http://schemas.microsoft.com/office/drawing/2014/main" id="{064BDBD4-DC9B-2643-895F-7535E7862951}"/>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4" name="Freeform 43">
              <a:extLst>
                <a:ext uri="{FF2B5EF4-FFF2-40B4-BE49-F238E27FC236}">
                  <a16:creationId xmlns:a16="http://schemas.microsoft.com/office/drawing/2014/main" id="{596A12D7-425E-AD43-A65E-B72F97666F37}"/>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64" name="Freeform 63">
              <a:extLst>
                <a:ext uri="{FF2B5EF4-FFF2-40B4-BE49-F238E27FC236}">
                  <a16:creationId xmlns:a16="http://schemas.microsoft.com/office/drawing/2014/main" id="{1B806B14-8C07-0F4D-B564-0FBB1ACC3987}"/>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65" name="Freeform 64">
              <a:extLst>
                <a:ext uri="{FF2B5EF4-FFF2-40B4-BE49-F238E27FC236}">
                  <a16:creationId xmlns:a16="http://schemas.microsoft.com/office/drawing/2014/main" id="{FC43AA3D-6218-5F44-B42C-5CD72E76091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66" name="Freeform 65">
              <a:extLst>
                <a:ext uri="{FF2B5EF4-FFF2-40B4-BE49-F238E27FC236}">
                  <a16:creationId xmlns:a16="http://schemas.microsoft.com/office/drawing/2014/main" id="{FA52EE74-F9BE-524C-BDD0-CD2D80ADBAA6}"/>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67" name="Freeform 66">
              <a:extLst>
                <a:ext uri="{FF2B5EF4-FFF2-40B4-BE49-F238E27FC236}">
                  <a16:creationId xmlns:a16="http://schemas.microsoft.com/office/drawing/2014/main" id="{CBEDE5D4-5500-494D-A1EE-CB749746A46D}"/>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68" name="Freeform 67">
              <a:extLst>
                <a:ext uri="{FF2B5EF4-FFF2-40B4-BE49-F238E27FC236}">
                  <a16:creationId xmlns:a16="http://schemas.microsoft.com/office/drawing/2014/main" id="{3374E4E7-3472-E34E-9607-8FC0F351B613}"/>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69" name="Freeform 68">
              <a:extLst>
                <a:ext uri="{FF2B5EF4-FFF2-40B4-BE49-F238E27FC236}">
                  <a16:creationId xmlns:a16="http://schemas.microsoft.com/office/drawing/2014/main" id="{7A7FB9A9-D903-AB44-8509-AEDFA873CE75}"/>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70" name="Freeform 69">
              <a:extLst>
                <a:ext uri="{FF2B5EF4-FFF2-40B4-BE49-F238E27FC236}">
                  <a16:creationId xmlns:a16="http://schemas.microsoft.com/office/drawing/2014/main" id="{FC28484A-7EDA-F545-869F-81A3A5093258}"/>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grpSp>
      <p:sp>
        <p:nvSpPr>
          <p:cNvPr id="25" name="Text Placeholder 3">
            <a:extLst>
              <a:ext uri="{FF2B5EF4-FFF2-40B4-BE49-F238E27FC236}">
                <a16:creationId xmlns:a16="http://schemas.microsoft.com/office/drawing/2014/main" id="{4EC5CC60-4AF4-F644-B8B0-4E05C102B845}"/>
              </a:ext>
            </a:extLst>
          </p:cNvPr>
          <p:cNvSpPr>
            <a:spLocks noGrp="1"/>
          </p:cNvSpPr>
          <p:nvPr>
            <p:ph type="body" sz="quarter" idx="12"/>
          </p:nvPr>
        </p:nvSpPr>
        <p:spPr>
          <a:xfrm>
            <a:off x="504828" y="2442194"/>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1BAE55D1-F868-E44A-BDBA-496630A1EDA5}"/>
              </a:ext>
            </a:extLst>
          </p:cNvPr>
          <p:cNvSpPr>
            <a:spLocks noGrp="1"/>
          </p:cNvSpPr>
          <p:nvPr>
            <p:ph type="body" sz="quarter" idx="13"/>
          </p:nvPr>
        </p:nvSpPr>
        <p:spPr>
          <a:xfrm>
            <a:off x="3549336" y="2442194"/>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601400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064BF798-CC9D-1541-AE53-488C61F2485D}"/>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28" name="Oval 27">
              <a:extLst>
                <a:ext uri="{FF2B5EF4-FFF2-40B4-BE49-F238E27FC236}">
                  <a16:creationId xmlns:a16="http://schemas.microsoft.com/office/drawing/2014/main" id="{47108310-CF70-E041-8559-0BBAF0A3E134}"/>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29" name="Freeform 28">
              <a:extLst>
                <a:ext uri="{FF2B5EF4-FFF2-40B4-BE49-F238E27FC236}">
                  <a16:creationId xmlns:a16="http://schemas.microsoft.com/office/drawing/2014/main" id="{A038E46F-6542-8F48-8D1E-77199F5A3A3A}"/>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0" name="Freeform 29">
              <a:extLst>
                <a:ext uri="{FF2B5EF4-FFF2-40B4-BE49-F238E27FC236}">
                  <a16:creationId xmlns:a16="http://schemas.microsoft.com/office/drawing/2014/main" id="{ABC9D15F-1D25-9E4E-B017-768D600F683C}"/>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1" name="Freeform 30">
              <a:extLst>
                <a:ext uri="{FF2B5EF4-FFF2-40B4-BE49-F238E27FC236}">
                  <a16:creationId xmlns:a16="http://schemas.microsoft.com/office/drawing/2014/main" id="{B0236B60-1C06-F348-8743-A7C0E65DF510}"/>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2" name="Freeform 31">
              <a:extLst>
                <a:ext uri="{FF2B5EF4-FFF2-40B4-BE49-F238E27FC236}">
                  <a16:creationId xmlns:a16="http://schemas.microsoft.com/office/drawing/2014/main" id="{E1C17EF2-C7D9-9344-BDB1-DDA24E4F190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3" name="Freeform 32">
              <a:extLst>
                <a:ext uri="{FF2B5EF4-FFF2-40B4-BE49-F238E27FC236}">
                  <a16:creationId xmlns:a16="http://schemas.microsoft.com/office/drawing/2014/main" id="{CCA3B6EB-815A-334B-8E70-FB8652A02710}"/>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4" name="Freeform 33">
              <a:extLst>
                <a:ext uri="{FF2B5EF4-FFF2-40B4-BE49-F238E27FC236}">
                  <a16:creationId xmlns:a16="http://schemas.microsoft.com/office/drawing/2014/main" id="{27A18704-879D-8744-9C0D-F54620CCA762}"/>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5" name="Freeform 34">
              <a:extLst>
                <a:ext uri="{FF2B5EF4-FFF2-40B4-BE49-F238E27FC236}">
                  <a16:creationId xmlns:a16="http://schemas.microsoft.com/office/drawing/2014/main" id="{F5E330D9-FE00-A242-BEC0-C973C41E8D0B}"/>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6" name="Freeform 35">
              <a:extLst>
                <a:ext uri="{FF2B5EF4-FFF2-40B4-BE49-F238E27FC236}">
                  <a16:creationId xmlns:a16="http://schemas.microsoft.com/office/drawing/2014/main" id="{A2D8D6AA-29B1-A049-A99F-0AA28E5F7D7A}"/>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7" name="Freeform 36">
              <a:extLst>
                <a:ext uri="{FF2B5EF4-FFF2-40B4-BE49-F238E27FC236}">
                  <a16:creationId xmlns:a16="http://schemas.microsoft.com/office/drawing/2014/main" id="{49A31F80-755A-1941-8AA3-AAAA2F4557B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8" name="Freeform 37">
              <a:extLst>
                <a:ext uri="{FF2B5EF4-FFF2-40B4-BE49-F238E27FC236}">
                  <a16:creationId xmlns:a16="http://schemas.microsoft.com/office/drawing/2014/main" id="{C7694B31-931B-F648-8678-62120664A596}"/>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9" name="Freeform 38">
              <a:extLst>
                <a:ext uri="{FF2B5EF4-FFF2-40B4-BE49-F238E27FC236}">
                  <a16:creationId xmlns:a16="http://schemas.microsoft.com/office/drawing/2014/main" id="{CBC5FEF1-7BF4-A748-BB3A-66A641499B4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0" name="Freeform 39">
              <a:extLst>
                <a:ext uri="{FF2B5EF4-FFF2-40B4-BE49-F238E27FC236}">
                  <a16:creationId xmlns:a16="http://schemas.microsoft.com/office/drawing/2014/main" id="{93802D51-B7EE-2847-9135-A91396ADE95E}"/>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1" name="Freeform 40">
              <a:extLst>
                <a:ext uri="{FF2B5EF4-FFF2-40B4-BE49-F238E27FC236}">
                  <a16:creationId xmlns:a16="http://schemas.microsoft.com/office/drawing/2014/main" id="{0B104E08-0240-0A4C-8DC6-02A087EB8856}"/>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2" name="Freeform 41">
              <a:extLst>
                <a:ext uri="{FF2B5EF4-FFF2-40B4-BE49-F238E27FC236}">
                  <a16:creationId xmlns:a16="http://schemas.microsoft.com/office/drawing/2014/main" id="{576B74ED-9E8B-1F46-9FE9-A8B1E73E4571}"/>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3" name="Freeform 42">
              <a:extLst>
                <a:ext uri="{FF2B5EF4-FFF2-40B4-BE49-F238E27FC236}">
                  <a16:creationId xmlns:a16="http://schemas.microsoft.com/office/drawing/2014/main" id="{030EBA72-A689-6944-90E7-3CCAAB129BDE}"/>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4" name="Freeform 43">
              <a:extLst>
                <a:ext uri="{FF2B5EF4-FFF2-40B4-BE49-F238E27FC236}">
                  <a16:creationId xmlns:a16="http://schemas.microsoft.com/office/drawing/2014/main" id="{8621F305-98E4-E64E-9F5B-71DA3F4C5C35}"/>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grpSp>
      <p:sp>
        <p:nvSpPr>
          <p:cNvPr id="25" name="Title 1">
            <a:extLst>
              <a:ext uri="{FF2B5EF4-FFF2-40B4-BE49-F238E27FC236}">
                <a16:creationId xmlns:a16="http://schemas.microsoft.com/office/drawing/2014/main" id="{1061EFA8-D1BD-1848-B96E-246A948FC007}"/>
              </a:ext>
            </a:extLst>
          </p:cNvPr>
          <p:cNvSpPr>
            <a:spLocks noGrp="1"/>
          </p:cNvSpPr>
          <p:nvPr>
            <p:ph type="title"/>
          </p:nvPr>
        </p:nvSpPr>
        <p:spPr>
          <a:xfrm>
            <a:off x="504825" y="549275"/>
            <a:ext cx="5770564" cy="1653686"/>
          </a:xfrm>
        </p:spPr>
        <p:txBody>
          <a:bodyPr/>
          <a:lstStyle>
            <a:lvl1pPr>
              <a:defRPr>
                <a:solidFill>
                  <a:schemeClr val="bg1"/>
                </a:solidFill>
              </a:defRPr>
            </a:lvl1pPr>
          </a:lstStyle>
          <a:p>
            <a:r>
              <a:rPr lang="en-US"/>
              <a:t>Click to edit Master title style</a:t>
            </a:r>
            <a:endParaRPr lang="en-GB"/>
          </a:p>
        </p:txBody>
      </p:sp>
      <p:sp>
        <p:nvSpPr>
          <p:cNvPr id="48" name="Text Placeholder 3">
            <a:extLst>
              <a:ext uri="{FF2B5EF4-FFF2-40B4-BE49-F238E27FC236}">
                <a16:creationId xmlns:a16="http://schemas.microsoft.com/office/drawing/2014/main" id="{F5506C4E-03D4-BD41-A775-BC177E6071DC}"/>
              </a:ext>
            </a:extLst>
          </p:cNvPr>
          <p:cNvSpPr>
            <a:spLocks noGrp="1"/>
          </p:cNvSpPr>
          <p:nvPr>
            <p:ph type="body" sz="quarter" idx="12"/>
          </p:nvPr>
        </p:nvSpPr>
        <p:spPr>
          <a:xfrm>
            <a:off x="504828" y="2442194"/>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9AFA0A99-C125-9748-B85D-2523356ED05E}"/>
              </a:ext>
            </a:extLst>
          </p:cNvPr>
          <p:cNvSpPr>
            <a:spLocks noGrp="1"/>
          </p:cNvSpPr>
          <p:nvPr>
            <p:ph type="body" sz="quarter" idx="13"/>
          </p:nvPr>
        </p:nvSpPr>
        <p:spPr>
          <a:xfrm>
            <a:off x="3549336" y="2442194"/>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508493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746CECC4-0A48-724D-9DE8-9BE917B1CCF3}"/>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28" name="Oval 27">
              <a:extLst>
                <a:ext uri="{FF2B5EF4-FFF2-40B4-BE49-F238E27FC236}">
                  <a16:creationId xmlns:a16="http://schemas.microsoft.com/office/drawing/2014/main" id="{19422B8E-4042-CB44-9F86-7E9AD2FC0571}"/>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29" name="Freeform 28">
              <a:extLst>
                <a:ext uri="{FF2B5EF4-FFF2-40B4-BE49-F238E27FC236}">
                  <a16:creationId xmlns:a16="http://schemas.microsoft.com/office/drawing/2014/main" id="{4EEF6F4E-A015-DF4B-940D-0C781730157B}"/>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0" name="Freeform 29">
              <a:extLst>
                <a:ext uri="{FF2B5EF4-FFF2-40B4-BE49-F238E27FC236}">
                  <a16:creationId xmlns:a16="http://schemas.microsoft.com/office/drawing/2014/main" id="{33E57ED8-1DDF-334D-BC51-56C7A35A5D58}"/>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1" name="Freeform 30">
              <a:extLst>
                <a:ext uri="{FF2B5EF4-FFF2-40B4-BE49-F238E27FC236}">
                  <a16:creationId xmlns:a16="http://schemas.microsoft.com/office/drawing/2014/main" id="{A2091A0A-1651-184C-B7E6-735099B4FAB3}"/>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2" name="Freeform 31">
              <a:extLst>
                <a:ext uri="{FF2B5EF4-FFF2-40B4-BE49-F238E27FC236}">
                  <a16:creationId xmlns:a16="http://schemas.microsoft.com/office/drawing/2014/main" id="{B305946B-C562-4B4E-9AC0-91E41860A4F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3" name="Freeform 32">
              <a:extLst>
                <a:ext uri="{FF2B5EF4-FFF2-40B4-BE49-F238E27FC236}">
                  <a16:creationId xmlns:a16="http://schemas.microsoft.com/office/drawing/2014/main" id="{FB9DAA7A-7179-D14A-AE50-DEF5D04F4FA9}"/>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4" name="Freeform 33">
              <a:extLst>
                <a:ext uri="{FF2B5EF4-FFF2-40B4-BE49-F238E27FC236}">
                  <a16:creationId xmlns:a16="http://schemas.microsoft.com/office/drawing/2014/main" id="{BC13DBEE-C770-7041-AFA2-0C237AE02B7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5" name="Freeform 34">
              <a:extLst>
                <a:ext uri="{FF2B5EF4-FFF2-40B4-BE49-F238E27FC236}">
                  <a16:creationId xmlns:a16="http://schemas.microsoft.com/office/drawing/2014/main" id="{25F55F6D-AE97-BC48-8FF0-AD9F705F70D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6" name="Freeform 35">
              <a:extLst>
                <a:ext uri="{FF2B5EF4-FFF2-40B4-BE49-F238E27FC236}">
                  <a16:creationId xmlns:a16="http://schemas.microsoft.com/office/drawing/2014/main" id="{98642F33-A329-514A-A85F-671C5B468823}"/>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7" name="Freeform 36">
              <a:extLst>
                <a:ext uri="{FF2B5EF4-FFF2-40B4-BE49-F238E27FC236}">
                  <a16:creationId xmlns:a16="http://schemas.microsoft.com/office/drawing/2014/main" id="{6D7E342B-147E-9F46-B8ED-31FC0595270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8" name="Freeform 37">
              <a:extLst>
                <a:ext uri="{FF2B5EF4-FFF2-40B4-BE49-F238E27FC236}">
                  <a16:creationId xmlns:a16="http://schemas.microsoft.com/office/drawing/2014/main" id="{BC4714C2-C589-7440-8B2D-CDE7ECF95AB1}"/>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39" name="Freeform 38">
              <a:extLst>
                <a:ext uri="{FF2B5EF4-FFF2-40B4-BE49-F238E27FC236}">
                  <a16:creationId xmlns:a16="http://schemas.microsoft.com/office/drawing/2014/main" id="{756C9AE0-AC13-5044-BB09-DE4242EA4E39}"/>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0" name="Freeform 39">
              <a:extLst>
                <a:ext uri="{FF2B5EF4-FFF2-40B4-BE49-F238E27FC236}">
                  <a16:creationId xmlns:a16="http://schemas.microsoft.com/office/drawing/2014/main" id="{DE12E4C2-A267-0F4B-96D4-B4D8191D7249}"/>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1" name="Freeform 40">
              <a:extLst>
                <a:ext uri="{FF2B5EF4-FFF2-40B4-BE49-F238E27FC236}">
                  <a16:creationId xmlns:a16="http://schemas.microsoft.com/office/drawing/2014/main" id="{F5F7AF99-A6E7-8E44-B8C3-C6EA336293D4}"/>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2" name="Freeform 41">
              <a:extLst>
                <a:ext uri="{FF2B5EF4-FFF2-40B4-BE49-F238E27FC236}">
                  <a16:creationId xmlns:a16="http://schemas.microsoft.com/office/drawing/2014/main" id="{BA6B4724-173F-A148-A58A-7BD739179432}"/>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3" name="Freeform 42">
              <a:extLst>
                <a:ext uri="{FF2B5EF4-FFF2-40B4-BE49-F238E27FC236}">
                  <a16:creationId xmlns:a16="http://schemas.microsoft.com/office/drawing/2014/main" id="{73690B43-7688-2046-B603-45F20CD5DA0C}"/>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sp>
          <p:nvSpPr>
            <p:cNvPr id="44" name="Freeform 43">
              <a:extLst>
                <a:ext uri="{FF2B5EF4-FFF2-40B4-BE49-F238E27FC236}">
                  <a16:creationId xmlns:a16="http://schemas.microsoft.com/office/drawing/2014/main" id="{A01F9FB1-2BA6-E94F-BB12-01CB2F12C7BC}"/>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1"/>
            </a:p>
          </p:txBody>
        </p:sp>
      </p:grpSp>
      <p:sp>
        <p:nvSpPr>
          <p:cNvPr id="25" name="Title 1">
            <a:extLst>
              <a:ext uri="{FF2B5EF4-FFF2-40B4-BE49-F238E27FC236}">
                <a16:creationId xmlns:a16="http://schemas.microsoft.com/office/drawing/2014/main" id="{AF7DE4F0-2CFA-574F-AAAF-6305AD1421A1}"/>
              </a:ext>
            </a:extLst>
          </p:cNvPr>
          <p:cNvSpPr>
            <a:spLocks noGrp="1"/>
          </p:cNvSpPr>
          <p:nvPr>
            <p:ph type="title"/>
          </p:nvPr>
        </p:nvSpPr>
        <p:spPr>
          <a:xfrm>
            <a:off x="504825" y="549275"/>
            <a:ext cx="5770564" cy="1653686"/>
          </a:xfrm>
        </p:spPr>
        <p:txBody>
          <a:bodyPr/>
          <a:lstStyle>
            <a:lvl1pPr>
              <a:defRPr>
                <a:solidFill>
                  <a:schemeClr val="bg1"/>
                </a:solidFill>
              </a:defRPr>
            </a:lvl1pPr>
          </a:lstStyle>
          <a:p>
            <a:r>
              <a:rPr lang="en-US"/>
              <a:t>Click to edit Master title style</a:t>
            </a:r>
            <a:endParaRPr lang="en-GB"/>
          </a:p>
        </p:txBody>
      </p:sp>
      <p:sp>
        <p:nvSpPr>
          <p:cNvPr id="45" name="Text Placeholder 3">
            <a:extLst>
              <a:ext uri="{FF2B5EF4-FFF2-40B4-BE49-F238E27FC236}">
                <a16:creationId xmlns:a16="http://schemas.microsoft.com/office/drawing/2014/main" id="{D9636366-842F-6746-91E5-B98A25227510}"/>
              </a:ext>
            </a:extLst>
          </p:cNvPr>
          <p:cNvSpPr>
            <a:spLocks noGrp="1"/>
          </p:cNvSpPr>
          <p:nvPr>
            <p:ph type="body" sz="quarter" idx="12"/>
          </p:nvPr>
        </p:nvSpPr>
        <p:spPr>
          <a:xfrm>
            <a:off x="504828" y="2442194"/>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F1304CE5-D1B1-A34F-B482-6E13A01C7F1B}"/>
              </a:ext>
            </a:extLst>
          </p:cNvPr>
          <p:cNvSpPr>
            <a:spLocks noGrp="1"/>
          </p:cNvSpPr>
          <p:nvPr>
            <p:ph type="body" sz="quarter" idx="13"/>
          </p:nvPr>
        </p:nvSpPr>
        <p:spPr>
          <a:xfrm>
            <a:off x="3549336" y="2442194"/>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954174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pie chart&#10;&#10;Description automatically generated">
            <a:extLst>
              <a:ext uri="{FF2B5EF4-FFF2-40B4-BE49-F238E27FC236}">
                <a16:creationId xmlns:a16="http://schemas.microsoft.com/office/drawing/2014/main" id="{6A3F484B-733E-DD40-9856-D3480EB05B8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Picture 44">
            <a:extLst>
              <a:ext uri="{FF2B5EF4-FFF2-40B4-BE49-F238E27FC236}">
                <a16:creationId xmlns:a16="http://schemas.microsoft.com/office/drawing/2014/main" id="{958F4D21-EEDA-41F1-870B-3790AF38A4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6800" y="2369020"/>
            <a:ext cx="2138400" cy="2334271"/>
          </a:xfrm>
          <a:prstGeom prst="rect">
            <a:avLst/>
          </a:prstGeom>
        </p:spPr>
      </p:pic>
    </p:spTree>
    <p:extLst>
      <p:ext uri="{BB962C8B-B14F-4D97-AF65-F5344CB8AC3E}">
        <p14:creationId xmlns:p14="http://schemas.microsoft.com/office/powerpoint/2010/main" val="3100454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6940F4-4C25-4D67-9351-D7D2C1C1BDA3}"/>
              </a:ext>
            </a:extLst>
          </p:cNvPr>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CFD3E70C-B524-482C-8CA3-D6F041003102}"/>
              </a:ext>
            </a:extLst>
          </p:cNvPr>
          <p:cNvSpPr>
            <a:spLocks noGrp="1"/>
          </p:cNvSpPr>
          <p:nvPr>
            <p:ph type="body" sz="quarter" idx="13"/>
          </p:nvPr>
        </p:nvSpPr>
        <p:spPr>
          <a:xfrm>
            <a:off x="503237" y="2028828"/>
            <a:ext cx="3442834" cy="4352925"/>
          </a:xfrm>
        </p:spPr>
        <p:txBody>
          <a:bodyPr numCol="1" spcCol="432000"/>
          <a:lstStyle>
            <a:lvl1pPr>
              <a:spcAft>
                <a:spcPts val="567"/>
              </a:spcAft>
              <a:tabLst>
                <a:tab pos="378015" algn="l"/>
              </a:tabLst>
              <a:defRPr sz="1200"/>
            </a:lvl1pPr>
            <a:lvl2pPr>
              <a:spcBef>
                <a:spcPts val="1984"/>
              </a:spcBef>
              <a:spcAft>
                <a:spcPts val="567"/>
              </a:spcAft>
              <a:tabLst>
                <a:tab pos="378015" algn="l"/>
              </a:tabLst>
              <a:defRPr sz="1200"/>
            </a:lvl2pPr>
            <a:lvl3pPr>
              <a:defRPr sz="1001"/>
            </a:lvl3pPr>
            <a:lvl4pPr>
              <a:defRPr sz="1001"/>
            </a:lvl4pPr>
            <a:lvl5pPr>
              <a:defRPr sz="1001"/>
            </a:lvl5pPr>
          </a:lstStyle>
          <a:p>
            <a:pPr lvl="0"/>
            <a:r>
              <a:rPr lang="en-US"/>
              <a:t>Click to edit Master text styles</a:t>
            </a:r>
          </a:p>
          <a:p>
            <a:pPr lvl="1"/>
            <a:r>
              <a:rPr lang="en-US"/>
              <a:t>Second level</a:t>
            </a:r>
          </a:p>
        </p:txBody>
      </p:sp>
      <p:sp>
        <p:nvSpPr>
          <p:cNvPr id="14" name="Text Placeholder 8">
            <a:extLst>
              <a:ext uri="{FF2B5EF4-FFF2-40B4-BE49-F238E27FC236}">
                <a16:creationId xmlns:a16="http://schemas.microsoft.com/office/drawing/2014/main" id="{C137E720-7C19-45D8-93AC-F3C347EBF28C}"/>
              </a:ext>
            </a:extLst>
          </p:cNvPr>
          <p:cNvSpPr>
            <a:spLocks noGrp="1"/>
          </p:cNvSpPr>
          <p:nvPr>
            <p:ph type="body" sz="quarter" idx="14"/>
          </p:nvPr>
        </p:nvSpPr>
        <p:spPr>
          <a:xfrm>
            <a:off x="4374585" y="2028827"/>
            <a:ext cx="3442834" cy="4352925"/>
          </a:xfrm>
        </p:spPr>
        <p:txBody>
          <a:bodyPr numCol="1" spcCol="432000"/>
          <a:lstStyle>
            <a:lvl1pPr>
              <a:spcAft>
                <a:spcPts val="567"/>
              </a:spcAft>
              <a:tabLst>
                <a:tab pos="378015" algn="l"/>
              </a:tabLst>
              <a:defRPr sz="1200"/>
            </a:lvl1pPr>
            <a:lvl2pPr>
              <a:spcBef>
                <a:spcPts val="1984"/>
              </a:spcBef>
              <a:spcAft>
                <a:spcPts val="567"/>
              </a:spcAft>
              <a:tabLst>
                <a:tab pos="378015" algn="l"/>
              </a:tabLst>
              <a:defRPr sz="1200"/>
            </a:lvl2pPr>
            <a:lvl3pPr>
              <a:defRPr sz="1001"/>
            </a:lvl3pPr>
            <a:lvl4pPr>
              <a:defRPr sz="1001"/>
            </a:lvl4pPr>
            <a:lvl5pPr>
              <a:defRPr sz="1001"/>
            </a:lvl5pPr>
          </a:lstStyle>
          <a:p>
            <a:pPr lvl="0"/>
            <a:r>
              <a:rPr lang="en-US"/>
              <a:t>Click to edit Master text styles</a:t>
            </a:r>
          </a:p>
          <a:p>
            <a:pPr lvl="1"/>
            <a:r>
              <a:rPr lang="en-US"/>
              <a:t>Second level</a:t>
            </a:r>
          </a:p>
        </p:txBody>
      </p:sp>
      <p:sp>
        <p:nvSpPr>
          <p:cNvPr id="15" name="Text Placeholder 8">
            <a:extLst>
              <a:ext uri="{FF2B5EF4-FFF2-40B4-BE49-F238E27FC236}">
                <a16:creationId xmlns:a16="http://schemas.microsoft.com/office/drawing/2014/main" id="{AAE46DAB-D2A9-4816-A4C7-0D70ED515CDD}"/>
              </a:ext>
            </a:extLst>
          </p:cNvPr>
          <p:cNvSpPr>
            <a:spLocks noGrp="1"/>
          </p:cNvSpPr>
          <p:nvPr>
            <p:ph type="body" sz="quarter" idx="15"/>
          </p:nvPr>
        </p:nvSpPr>
        <p:spPr>
          <a:xfrm>
            <a:off x="8244341" y="2028828"/>
            <a:ext cx="3442834" cy="4352925"/>
          </a:xfrm>
        </p:spPr>
        <p:txBody>
          <a:bodyPr numCol="1" spcCol="432000"/>
          <a:lstStyle>
            <a:lvl1pPr>
              <a:spcAft>
                <a:spcPts val="567"/>
              </a:spcAft>
              <a:tabLst>
                <a:tab pos="378015" algn="l"/>
              </a:tabLst>
              <a:defRPr sz="1200"/>
            </a:lvl1pPr>
            <a:lvl2pPr>
              <a:spcBef>
                <a:spcPts val="1984"/>
              </a:spcBef>
              <a:spcAft>
                <a:spcPts val="567"/>
              </a:spcAft>
              <a:tabLst>
                <a:tab pos="378015" algn="l"/>
              </a:tabLst>
              <a:defRPr sz="1200"/>
            </a:lvl2pPr>
            <a:lvl3pPr>
              <a:defRPr sz="1001"/>
            </a:lvl3pPr>
            <a:lvl4pPr>
              <a:defRPr sz="1001"/>
            </a:lvl4pPr>
            <a:lvl5pPr>
              <a:defRPr sz="1001"/>
            </a:lvl5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A2836D8F-646B-402F-9B80-2A2AE690B7C1}"/>
              </a:ext>
            </a:extLst>
          </p:cNvPr>
          <p:cNvSpPr>
            <a:spLocks noGrp="1"/>
          </p:cNvSpPr>
          <p:nvPr>
            <p:ph type="dt" sz="half" idx="16"/>
          </p:nvPr>
        </p:nvSpPr>
        <p:spPr>
          <a:xfrm>
            <a:off x="5126405" y="6597654"/>
            <a:ext cx="790213" cy="260349"/>
          </a:xfrm>
          <a:prstGeom prst="rect">
            <a:avLst/>
          </a:prstGeom>
        </p:spPr>
        <p:txBody>
          <a:bodyPr/>
          <a:lstStyle/>
          <a:p>
            <a:fld id="{8476894C-C87C-472B-9838-33243B63225E}" type="datetimeFigureOut">
              <a:rPr lang="en-US" smtClean="0"/>
              <a:t>9/2/2026</a:t>
            </a:fld>
            <a:endParaRPr lang="en-US"/>
          </a:p>
        </p:txBody>
      </p:sp>
      <p:sp>
        <p:nvSpPr>
          <p:cNvPr id="16" name="Footer Placeholder 15">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BB5DFFF0-4921-4031-8D93-C92E40AB68DB}" type="slidenum">
              <a:rPr lang="en-US" smtClean="0"/>
              <a:t>‹#›</a:t>
            </a:fld>
            <a:endParaRPr lang="en-US"/>
          </a:p>
        </p:txBody>
      </p:sp>
    </p:spTree>
    <p:extLst>
      <p:ext uri="{BB962C8B-B14F-4D97-AF65-F5344CB8AC3E}">
        <p14:creationId xmlns:p14="http://schemas.microsoft.com/office/powerpoint/2010/main" val="4123615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7">
            <a:extLst>
              <a:ext uri="{FF2B5EF4-FFF2-40B4-BE49-F238E27FC236}">
                <a16:creationId xmlns:a16="http://schemas.microsoft.com/office/drawing/2014/main" id="{CCADF828-A606-B144-B40B-41CC623EF845}"/>
              </a:ext>
            </a:extLst>
          </p:cNvPr>
          <p:cNvSpPr>
            <a:spLocks noGrp="1"/>
          </p:cNvSpPr>
          <p:nvPr>
            <p:ph type="ftr" sz="quarter" idx="11"/>
          </p:nvPr>
        </p:nvSpPr>
        <p:spPr>
          <a:xfrm>
            <a:off x="1004480" y="6574827"/>
            <a:ext cx="4406400" cy="260351"/>
          </a:xfrm>
        </p:spPr>
        <p:txBody>
          <a:bodyPr/>
          <a:lstStyle>
            <a:lvl1pPr>
              <a:defRPr sz="900"/>
            </a:lvl1pPr>
          </a:lstStyle>
          <a:p>
            <a:endParaRPr lang="en-US"/>
          </a:p>
        </p:txBody>
      </p:sp>
      <p:sp>
        <p:nvSpPr>
          <p:cNvPr id="9" name="Slide Number Placeholder 8">
            <a:extLst>
              <a:ext uri="{FF2B5EF4-FFF2-40B4-BE49-F238E27FC236}">
                <a16:creationId xmlns:a16="http://schemas.microsoft.com/office/drawing/2014/main" id="{AC2C5185-2FFB-9042-B8D2-9F63941B9E6D}"/>
              </a:ext>
            </a:extLst>
          </p:cNvPr>
          <p:cNvSpPr>
            <a:spLocks noGrp="1"/>
          </p:cNvSpPr>
          <p:nvPr>
            <p:ph type="sldNum" sz="quarter" idx="12"/>
          </p:nvPr>
        </p:nvSpPr>
        <p:spPr/>
        <p:txBody>
          <a:bodyPr/>
          <a:lstStyle/>
          <a:p>
            <a:fld id="{BB5DFFF0-4921-4031-8D93-C92E40AB68DB}" type="slidenum">
              <a:rPr lang="en-US" smtClean="0"/>
              <a:t>‹#›</a:t>
            </a:fld>
            <a:endParaRPr lang="en-US"/>
          </a:p>
        </p:txBody>
      </p:sp>
    </p:spTree>
    <p:extLst>
      <p:ext uri="{BB962C8B-B14F-4D97-AF65-F5344CB8AC3E}">
        <p14:creationId xmlns:p14="http://schemas.microsoft.com/office/powerpoint/2010/main" val="792180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Blocks o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0A54-5B28-4308-9F4C-A89070E90C6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B02CCA4-3CB8-459B-8F0C-82B1623A942F}"/>
              </a:ext>
            </a:extLst>
          </p:cNvPr>
          <p:cNvSpPr>
            <a:spLocks noGrp="1"/>
          </p:cNvSpPr>
          <p:nvPr>
            <p:ph sz="half" idx="1"/>
          </p:nvPr>
        </p:nvSpPr>
        <p:spPr>
          <a:xfrm>
            <a:off x="504004" y="2028824"/>
            <a:ext cx="5410800" cy="4352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DC9AC-5058-43F9-9D95-42D4C6DCD43E}"/>
              </a:ext>
            </a:extLst>
          </p:cNvPr>
          <p:cNvSpPr>
            <a:spLocks noGrp="1"/>
          </p:cNvSpPr>
          <p:nvPr>
            <p:ph sz="half" idx="2"/>
          </p:nvPr>
        </p:nvSpPr>
        <p:spPr>
          <a:xfrm>
            <a:off x="6275389" y="2028824"/>
            <a:ext cx="5410800" cy="4352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Date Placeholder 7">
            <a:extLst>
              <a:ext uri="{FF2B5EF4-FFF2-40B4-BE49-F238E27FC236}">
                <a16:creationId xmlns:a16="http://schemas.microsoft.com/office/drawing/2014/main" id="{2DBAA558-0E78-C349-9E01-07AEEEEBFDB4}"/>
              </a:ext>
            </a:extLst>
          </p:cNvPr>
          <p:cNvSpPr>
            <a:spLocks noGrp="1"/>
          </p:cNvSpPr>
          <p:nvPr>
            <p:ph type="dt" sz="half" idx="10"/>
          </p:nvPr>
        </p:nvSpPr>
        <p:spPr>
          <a:xfrm>
            <a:off x="5126405" y="6597654"/>
            <a:ext cx="790213" cy="260349"/>
          </a:xfrm>
          <a:prstGeom prst="rect">
            <a:avLst/>
          </a:prstGeom>
        </p:spPr>
        <p:txBody>
          <a:bodyPr/>
          <a:lstStyle/>
          <a:p>
            <a:fld id="{8476894C-C87C-472B-9838-33243B63225E}" type="datetimeFigureOut">
              <a:rPr lang="en-US" smtClean="0"/>
              <a:t>9/2/2026</a:t>
            </a:fld>
            <a:endParaRPr lang="en-US"/>
          </a:p>
        </p:txBody>
      </p:sp>
      <p:sp>
        <p:nvSpPr>
          <p:cNvPr id="9" name="Footer Placeholder 8">
            <a:extLst>
              <a:ext uri="{FF2B5EF4-FFF2-40B4-BE49-F238E27FC236}">
                <a16:creationId xmlns:a16="http://schemas.microsoft.com/office/drawing/2014/main" id="{6392F214-B197-0F43-85E3-7646D7E6104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618F6384-5879-204E-9BF1-65A3DB0BE6BA}"/>
              </a:ext>
            </a:extLst>
          </p:cNvPr>
          <p:cNvSpPr>
            <a:spLocks noGrp="1"/>
          </p:cNvSpPr>
          <p:nvPr>
            <p:ph type="sldNum" sz="quarter" idx="12"/>
          </p:nvPr>
        </p:nvSpPr>
        <p:spPr/>
        <p:txBody>
          <a:bodyPr/>
          <a:lstStyle/>
          <a:p>
            <a:fld id="{BB5DFFF0-4921-4031-8D93-C92E40AB68DB}" type="slidenum">
              <a:rPr lang="en-US" smtClean="0"/>
              <a:t>‹#›</a:t>
            </a:fld>
            <a:endParaRPr lang="en-US"/>
          </a:p>
        </p:txBody>
      </p:sp>
    </p:spTree>
    <p:extLst>
      <p:ext uri="{BB962C8B-B14F-4D97-AF65-F5344CB8AC3E}">
        <p14:creationId xmlns:p14="http://schemas.microsoft.com/office/powerpoint/2010/main" val="350377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hree Blocks of Content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0A54-5B28-4308-9F4C-A89070E90C66}"/>
              </a:ext>
            </a:extLst>
          </p:cNvPr>
          <p:cNvSpPr>
            <a:spLocks noGrp="1"/>
          </p:cNvSpPr>
          <p:nvPr>
            <p:ph type="title" hasCustomPrompt="1"/>
          </p:nvPr>
        </p:nvSpPr>
        <p:spPr/>
        <p:txBody>
          <a:bodyPr/>
          <a:lstStyle/>
          <a:p>
            <a:r>
              <a:rPr lang="en-GB"/>
              <a:t>Click to </a:t>
            </a:r>
            <a:br>
              <a:rPr lang="en-GB"/>
            </a:br>
            <a:r>
              <a:rPr lang="en-GB"/>
              <a:t>edit Master title style</a:t>
            </a:r>
          </a:p>
        </p:txBody>
      </p:sp>
      <p:sp>
        <p:nvSpPr>
          <p:cNvPr id="3" name="Content Placeholder 2">
            <a:extLst>
              <a:ext uri="{FF2B5EF4-FFF2-40B4-BE49-F238E27FC236}">
                <a16:creationId xmlns:a16="http://schemas.microsoft.com/office/drawing/2014/main" id="{0B02CCA4-3CB8-459B-8F0C-82B1623A942F}"/>
              </a:ext>
            </a:extLst>
          </p:cNvPr>
          <p:cNvSpPr>
            <a:spLocks noGrp="1"/>
          </p:cNvSpPr>
          <p:nvPr>
            <p:ph sz="half" idx="1"/>
          </p:nvPr>
        </p:nvSpPr>
        <p:spPr>
          <a:xfrm>
            <a:off x="504000"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DC9AC-5058-43F9-9D95-42D4C6DCD43E}"/>
              </a:ext>
            </a:extLst>
          </p:cNvPr>
          <p:cNvSpPr>
            <a:spLocks noGrp="1"/>
          </p:cNvSpPr>
          <p:nvPr>
            <p:ph sz="half" idx="2"/>
          </p:nvPr>
        </p:nvSpPr>
        <p:spPr>
          <a:xfrm>
            <a:off x="4404000"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3">
            <a:extLst>
              <a:ext uri="{FF2B5EF4-FFF2-40B4-BE49-F238E27FC236}">
                <a16:creationId xmlns:a16="http://schemas.microsoft.com/office/drawing/2014/main" id="{49180339-D40B-3C49-9210-4319F4484A6D}"/>
              </a:ext>
            </a:extLst>
          </p:cNvPr>
          <p:cNvSpPr>
            <a:spLocks noGrp="1"/>
          </p:cNvSpPr>
          <p:nvPr>
            <p:ph sz="half" idx="13"/>
          </p:nvPr>
        </p:nvSpPr>
        <p:spPr>
          <a:xfrm>
            <a:off x="8295323"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6C76187D-BF9E-C24D-AE49-F93C909EFA87}"/>
              </a:ext>
            </a:extLst>
          </p:cNvPr>
          <p:cNvSpPr>
            <a:spLocks noGrp="1"/>
          </p:cNvSpPr>
          <p:nvPr>
            <p:ph type="body" sz="quarter" idx="14"/>
          </p:nvPr>
        </p:nvSpPr>
        <p:spPr>
          <a:xfrm>
            <a:off x="504827" y="2028826"/>
            <a:ext cx="11182350" cy="442526"/>
          </a:xfrm>
        </p:spPr>
        <p:txBody>
          <a:bodyPr/>
          <a:lstStyle>
            <a:lvl1pPr>
              <a:defRPr sz="1700" b="1" i="0">
                <a:latin typeface="+mn-lt"/>
                <a:cs typeface="Gotham-Medium" pitchFamily="2" charset="0"/>
              </a:defRPr>
            </a:lvl1pPr>
            <a:lvl2pPr>
              <a:defRPr sz="1500"/>
            </a:lvl2pPr>
            <a:lvl3pPr>
              <a:defRPr sz="1500"/>
            </a:lvl3pPr>
            <a:lvl4pPr>
              <a:defRPr sz="1500"/>
            </a:lvl4pPr>
            <a:lvl5pPr>
              <a:defRPr sz="1500"/>
            </a:lvl5pPr>
          </a:lstStyle>
          <a:p>
            <a:pPr lvl="0"/>
            <a:r>
              <a:rPr lang="en-US"/>
              <a:t>Click to edit Master text styles</a:t>
            </a:r>
          </a:p>
        </p:txBody>
      </p:sp>
      <p:sp>
        <p:nvSpPr>
          <p:cNvPr id="11" name="Date Placeholder 10">
            <a:extLst>
              <a:ext uri="{FF2B5EF4-FFF2-40B4-BE49-F238E27FC236}">
                <a16:creationId xmlns:a16="http://schemas.microsoft.com/office/drawing/2014/main" id="{78CADE54-A192-C146-97A9-D92CB40BA643}"/>
              </a:ext>
            </a:extLst>
          </p:cNvPr>
          <p:cNvSpPr>
            <a:spLocks noGrp="1"/>
          </p:cNvSpPr>
          <p:nvPr>
            <p:ph type="dt" sz="half" idx="15"/>
          </p:nvPr>
        </p:nvSpPr>
        <p:spPr>
          <a:xfrm>
            <a:off x="5126405" y="6597654"/>
            <a:ext cx="790213" cy="260349"/>
          </a:xfrm>
          <a:prstGeom prst="rect">
            <a:avLst/>
          </a:prstGeom>
        </p:spPr>
        <p:txBody>
          <a:bodyPr/>
          <a:lstStyle/>
          <a:p>
            <a:fld id="{8476894C-C87C-472B-9838-33243B63225E}" type="datetimeFigureOut">
              <a:rPr lang="en-US" smtClean="0"/>
              <a:t>9/2/2026</a:t>
            </a:fld>
            <a:endParaRPr lang="en-US"/>
          </a:p>
        </p:txBody>
      </p:sp>
      <p:sp>
        <p:nvSpPr>
          <p:cNvPr id="12" name="Footer Placeholder 11">
            <a:extLst>
              <a:ext uri="{FF2B5EF4-FFF2-40B4-BE49-F238E27FC236}">
                <a16:creationId xmlns:a16="http://schemas.microsoft.com/office/drawing/2014/main" id="{2A1076F2-5931-524E-A720-A0AA49C46A54}"/>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CDD5FDB5-FE92-EB4E-8AF2-9AA1BD15901B}"/>
              </a:ext>
            </a:extLst>
          </p:cNvPr>
          <p:cNvSpPr>
            <a:spLocks noGrp="1"/>
          </p:cNvSpPr>
          <p:nvPr>
            <p:ph type="sldNum" sz="quarter" idx="17"/>
          </p:nvPr>
        </p:nvSpPr>
        <p:spPr/>
        <p:txBody>
          <a:bodyPr/>
          <a:lstStyle/>
          <a:p>
            <a:fld id="{BB5DFFF0-4921-4031-8D93-C92E40AB68DB}" type="slidenum">
              <a:rPr lang="en-US" smtClean="0"/>
              <a:t>‹#›</a:t>
            </a:fld>
            <a:endParaRPr lang="en-US"/>
          </a:p>
        </p:txBody>
      </p:sp>
    </p:spTree>
    <p:extLst>
      <p:ext uri="{BB962C8B-B14F-4D97-AF65-F5344CB8AC3E}">
        <p14:creationId xmlns:p14="http://schemas.microsoft.com/office/powerpoint/2010/main" val="247751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11874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504825" y="2026801"/>
            <a:ext cx="4140000" cy="4354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2028826"/>
            <a:ext cx="6609600" cy="4352924"/>
          </a:xfrm>
          <a:solidFill>
            <a:schemeClr val="bg1">
              <a:lumMod val="85000"/>
            </a:schemeClr>
          </a:solidFill>
        </p:spPr>
        <p:txBody>
          <a:bodyPr/>
          <a:lstStyle/>
          <a:p>
            <a:r>
              <a:rPr lang="en-US"/>
              <a:t>Click icon to add picture</a:t>
            </a:r>
            <a:endParaRPr lang="en-GB"/>
          </a:p>
        </p:txBody>
      </p:sp>
      <p:sp>
        <p:nvSpPr>
          <p:cNvPr id="8" name="Date Placeholder 7">
            <a:extLst>
              <a:ext uri="{FF2B5EF4-FFF2-40B4-BE49-F238E27FC236}">
                <a16:creationId xmlns:a16="http://schemas.microsoft.com/office/drawing/2014/main" id="{2D6CA709-9FB5-6845-95C1-FC8B4536BEEC}"/>
              </a:ext>
            </a:extLst>
          </p:cNvPr>
          <p:cNvSpPr>
            <a:spLocks noGrp="1"/>
          </p:cNvSpPr>
          <p:nvPr>
            <p:ph type="dt" sz="half" idx="14"/>
          </p:nvPr>
        </p:nvSpPr>
        <p:spPr>
          <a:xfrm>
            <a:off x="5126405" y="6597654"/>
            <a:ext cx="790213" cy="260349"/>
          </a:xfrm>
          <a:prstGeom prst="rect">
            <a:avLst/>
          </a:prstGeom>
        </p:spPr>
        <p:txBody>
          <a:bodyPr/>
          <a:lstStyle/>
          <a:p>
            <a:fld id="{8476894C-C87C-472B-9838-33243B63225E}" type="datetimeFigureOut">
              <a:rPr lang="en-US" smtClean="0"/>
              <a:t>9/2/2026</a:t>
            </a:fld>
            <a:endParaRPr lang="en-US"/>
          </a:p>
        </p:txBody>
      </p:sp>
      <p:sp>
        <p:nvSpPr>
          <p:cNvPr id="9" name="Footer Placeholder 8">
            <a:extLst>
              <a:ext uri="{FF2B5EF4-FFF2-40B4-BE49-F238E27FC236}">
                <a16:creationId xmlns:a16="http://schemas.microsoft.com/office/drawing/2014/main" id="{73CF6AB0-3DB5-ED4F-A1C3-2AF73A378427}"/>
              </a:ext>
            </a:extLst>
          </p:cNvPr>
          <p:cNvSpPr>
            <a:spLocks noGrp="1"/>
          </p:cNvSpPr>
          <p:nvPr>
            <p:ph type="ftr" sz="quarter" idx="15"/>
          </p:nvPr>
        </p:nvSpPr>
        <p:spPr/>
        <p:txBody>
          <a:bodyPr/>
          <a:lstStyle/>
          <a:p>
            <a:endParaRPr lang="en-US"/>
          </a:p>
        </p:txBody>
      </p:sp>
      <p:sp>
        <p:nvSpPr>
          <p:cNvPr id="10" name="Slide Number Placeholder 9">
            <a:extLst>
              <a:ext uri="{FF2B5EF4-FFF2-40B4-BE49-F238E27FC236}">
                <a16:creationId xmlns:a16="http://schemas.microsoft.com/office/drawing/2014/main" id="{9CB336D1-9CBF-9B4C-A6D6-8FBC5CB36FEC}"/>
              </a:ext>
            </a:extLst>
          </p:cNvPr>
          <p:cNvSpPr>
            <a:spLocks noGrp="1"/>
          </p:cNvSpPr>
          <p:nvPr>
            <p:ph type="sldNum" sz="quarter" idx="16"/>
          </p:nvPr>
        </p:nvSpPr>
        <p:spPr/>
        <p:txBody>
          <a:bodyPr/>
          <a:lstStyle/>
          <a:p>
            <a:fld id="{BB5DFFF0-4921-4031-8D93-C92E40AB68DB}" type="slidenum">
              <a:rPr lang="en-US" smtClean="0"/>
              <a:t>‹#›</a:t>
            </a:fld>
            <a:endParaRPr lang="en-US"/>
          </a:p>
        </p:txBody>
      </p:sp>
    </p:spTree>
    <p:extLst>
      <p:ext uri="{BB962C8B-B14F-4D97-AF65-F5344CB8AC3E}">
        <p14:creationId xmlns:p14="http://schemas.microsoft.com/office/powerpoint/2010/main" val="577636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11874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504825" y="2026801"/>
            <a:ext cx="414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2028826"/>
            <a:ext cx="3240000" cy="2124000"/>
          </a:xfr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6D7E614C-60AC-6F42-A716-A5BA95111F5C}"/>
              </a:ext>
            </a:extLst>
          </p:cNvPr>
          <p:cNvSpPr>
            <a:spLocks noGrp="1"/>
          </p:cNvSpPr>
          <p:nvPr>
            <p:ph type="pic" sz="quarter" idx="14"/>
          </p:nvPr>
        </p:nvSpPr>
        <p:spPr>
          <a:xfrm>
            <a:off x="8439323" y="2028826"/>
            <a:ext cx="3240000" cy="2124000"/>
          </a:xfr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81CF12D5-ACD0-964B-8F86-2EC87E6AD044}"/>
              </a:ext>
            </a:extLst>
          </p:cNvPr>
          <p:cNvSpPr>
            <a:spLocks noGrp="1"/>
          </p:cNvSpPr>
          <p:nvPr>
            <p:ph type="pic" sz="quarter" idx="15"/>
          </p:nvPr>
        </p:nvSpPr>
        <p:spPr>
          <a:xfrm>
            <a:off x="5077575" y="4257750"/>
            <a:ext cx="3240000" cy="2124000"/>
          </a:xfrm>
          <a:solidFill>
            <a:schemeClr val="bg1">
              <a:lumMod val="85000"/>
            </a:schemeClr>
          </a:solidFill>
        </p:spPr>
        <p:txBody>
          <a:bodyPr/>
          <a:lstStyle/>
          <a:p>
            <a:r>
              <a:rPr lang="en-US"/>
              <a:t>Click icon to add picture</a:t>
            </a:r>
            <a:endParaRPr lang="en-GB"/>
          </a:p>
        </p:txBody>
      </p:sp>
      <p:sp>
        <p:nvSpPr>
          <p:cNvPr id="10" name="Picture Placeholder 6">
            <a:extLst>
              <a:ext uri="{FF2B5EF4-FFF2-40B4-BE49-F238E27FC236}">
                <a16:creationId xmlns:a16="http://schemas.microsoft.com/office/drawing/2014/main" id="{58187A2F-D967-034D-8415-3B08E9F0D4D5}"/>
              </a:ext>
            </a:extLst>
          </p:cNvPr>
          <p:cNvSpPr>
            <a:spLocks noGrp="1"/>
          </p:cNvSpPr>
          <p:nvPr>
            <p:ph type="pic" sz="quarter" idx="16"/>
          </p:nvPr>
        </p:nvSpPr>
        <p:spPr>
          <a:xfrm>
            <a:off x="8439323" y="4257750"/>
            <a:ext cx="3240000" cy="2124000"/>
          </a:xfrm>
          <a:solidFill>
            <a:schemeClr val="bg1">
              <a:lumMod val="85000"/>
            </a:schemeClr>
          </a:solidFill>
        </p:spPr>
        <p:txBody>
          <a:bodyPr/>
          <a:lstStyle/>
          <a:p>
            <a:r>
              <a:rPr lang="en-US"/>
              <a:t>Click icon to add picture</a:t>
            </a:r>
            <a:endParaRPr lang="en-GB"/>
          </a:p>
        </p:txBody>
      </p:sp>
      <p:sp>
        <p:nvSpPr>
          <p:cNvPr id="11" name="Date Placeholder 10">
            <a:extLst>
              <a:ext uri="{FF2B5EF4-FFF2-40B4-BE49-F238E27FC236}">
                <a16:creationId xmlns:a16="http://schemas.microsoft.com/office/drawing/2014/main" id="{F77ECADA-054B-264C-AE18-329A92B8B773}"/>
              </a:ext>
            </a:extLst>
          </p:cNvPr>
          <p:cNvSpPr>
            <a:spLocks noGrp="1"/>
          </p:cNvSpPr>
          <p:nvPr>
            <p:ph type="dt" sz="half" idx="17"/>
          </p:nvPr>
        </p:nvSpPr>
        <p:spPr>
          <a:xfrm>
            <a:off x="5126405" y="6597654"/>
            <a:ext cx="790213" cy="260349"/>
          </a:xfrm>
          <a:prstGeom prst="rect">
            <a:avLst/>
          </a:prstGeom>
        </p:spPr>
        <p:txBody>
          <a:bodyPr/>
          <a:lstStyle/>
          <a:p>
            <a:fld id="{8476894C-C87C-472B-9838-33243B63225E}" type="datetimeFigureOut">
              <a:rPr lang="en-US" smtClean="0"/>
              <a:t>9/2/2026</a:t>
            </a:fld>
            <a:endParaRPr lang="en-US"/>
          </a:p>
        </p:txBody>
      </p:sp>
      <p:sp>
        <p:nvSpPr>
          <p:cNvPr id="12" name="Footer Placeholder 11">
            <a:extLst>
              <a:ext uri="{FF2B5EF4-FFF2-40B4-BE49-F238E27FC236}">
                <a16:creationId xmlns:a16="http://schemas.microsoft.com/office/drawing/2014/main" id="{8CD7C49F-98DB-F94A-B6E9-6542542CE1BB}"/>
              </a:ext>
            </a:extLst>
          </p:cNvPr>
          <p:cNvSpPr>
            <a:spLocks noGrp="1"/>
          </p:cNvSpPr>
          <p:nvPr>
            <p:ph type="ftr" sz="quarter" idx="18"/>
          </p:nvPr>
        </p:nvSpPr>
        <p:spPr/>
        <p:txBody>
          <a:bodyPr/>
          <a:lstStyle/>
          <a:p>
            <a:endParaRPr lang="en-US"/>
          </a:p>
        </p:txBody>
      </p:sp>
      <p:sp>
        <p:nvSpPr>
          <p:cNvPr id="13" name="Slide Number Placeholder 12">
            <a:extLst>
              <a:ext uri="{FF2B5EF4-FFF2-40B4-BE49-F238E27FC236}">
                <a16:creationId xmlns:a16="http://schemas.microsoft.com/office/drawing/2014/main" id="{E4DEF5FD-5669-B743-A3ED-77D68220ED7E}"/>
              </a:ext>
            </a:extLst>
          </p:cNvPr>
          <p:cNvSpPr>
            <a:spLocks noGrp="1"/>
          </p:cNvSpPr>
          <p:nvPr>
            <p:ph type="sldNum" sz="quarter" idx="19"/>
          </p:nvPr>
        </p:nvSpPr>
        <p:spPr/>
        <p:txBody>
          <a:bodyPr/>
          <a:lstStyle/>
          <a:p>
            <a:fld id="{BB5DFFF0-4921-4031-8D93-C92E40AB68DB}" type="slidenum">
              <a:rPr lang="en-US" smtClean="0"/>
              <a:t>‹#›</a:t>
            </a:fld>
            <a:endParaRPr lang="en-US"/>
          </a:p>
        </p:txBody>
      </p:sp>
    </p:spTree>
    <p:extLst>
      <p:ext uri="{BB962C8B-B14F-4D97-AF65-F5344CB8AC3E}">
        <p14:creationId xmlns:p14="http://schemas.microsoft.com/office/powerpoint/2010/main" val="322767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1187450"/>
          </a:xfrm>
        </p:spPr>
        <p:txBody>
          <a:bodyPr/>
          <a:lstStyle/>
          <a:p>
            <a:r>
              <a:rPr lang="en-US"/>
              <a:t>Click to edit Master title style</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4004" y="2040925"/>
            <a:ext cx="3301200" cy="2548800"/>
          </a:xfr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7A529A3E-FB3D-DF4A-A2F9-E775C7360C50}"/>
              </a:ext>
            </a:extLst>
          </p:cNvPr>
          <p:cNvSpPr>
            <a:spLocks noGrp="1"/>
          </p:cNvSpPr>
          <p:nvPr>
            <p:ph type="pic" sz="quarter" idx="15"/>
          </p:nvPr>
        </p:nvSpPr>
        <p:spPr>
          <a:xfrm>
            <a:off x="4445405" y="2034875"/>
            <a:ext cx="3301200" cy="2548800"/>
          </a:xfr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E8E75C81-FAFA-444F-AFA7-F038111B6D4C}"/>
              </a:ext>
            </a:extLst>
          </p:cNvPr>
          <p:cNvSpPr>
            <a:spLocks noGrp="1"/>
          </p:cNvSpPr>
          <p:nvPr>
            <p:ph type="pic" sz="quarter" idx="17"/>
          </p:nvPr>
        </p:nvSpPr>
        <p:spPr>
          <a:xfrm>
            <a:off x="8378125" y="2028825"/>
            <a:ext cx="3301200" cy="2548800"/>
          </a:xfrm>
          <a:solidFill>
            <a:schemeClr val="bg1">
              <a:lumMod val="85000"/>
            </a:schemeClr>
          </a:solidFill>
        </p:spPr>
        <p:txBody>
          <a:bodyPr/>
          <a:lstStyle/>
          <a:p>
            <a:r>
              <a:rPr lang="en-US"/>
              <a:t>Click icon to add picture</a:t>
            </a:r>
            <a:endParaRPr lang="en-GB"/>
          </a:p>
        </p:txBody>
      </p:sp>
      <p:sp>
        <p:nvSpPr>
          <p:cNvPr id="15" name="Date Placeholder 14">
            <a:extLst>
              <a:ext uri="{FF2B5EF4-FFF2-40B4-BE49-F238E27FC236}">
                <a16:creationId xmlns:a16="http://schemas.microsoft.com/office/drawing/2014/main" id="{E46A8604-D063-734E-A923-17DCF3C818E6}"/>
              </a:ext>
            </a:extLst>
          </p:cNvPr>
          <p:cNvSpPr>
            <a:spLocks noGrp="1"/>
          </p:cNvSpPr>
          <p:nvPr>
            <p:ph type="dt" sz="half" idx="18"/>
          </p:nvPr>
        </p:nvSpPr>
        <p:spPr>
          <a:xfrm>
            <a:off x="5126405" y="6597654"/>
            <a:ext cx="790213" cy="260349"/>
          </a:xfrm>
          <a:prstGeom prst="rect">
            <a:avLst/>
          </a:prstGeom>
        </p:spPr>
        <p:txBody>
          <a:bodyPr/>
          <a:lstStyle/>
          <a:p>
            <a:fld id="{8476894C-C87C-472B-9838-33243B63225E}" type="datetimeFigureOut">
              <a:rPr lang="en-US" smtClean="0"/>
              <a:t>9/2/2026</a:t>
            </a:fld>
            <a:endParaRPr lang="en-US"/>
          </a:p>
        </p:txBody>
      </p:sp>
      <p:sp>
        <p:nvSpPr>
          <p:cNvPr id="16" name="Footer Placeholder 15">
            <a:extLst>
              <a:ext uri="{FF2B5EF4-FFF2-40B4-BE49-F238E27FC236}">
                <a16:creationId xmlns:a16="http://schemas.microsoft.com/office/drawing/2014/main" id="{69F76947-C27A-3A46-9553-566EDCC43B36}"/>
              </a:ext>
            </a:extLst>
          </p:cNvPr>
          <p:cNvSpPr>
            <a:spLocks noGrp="1"/>
          </p:cNvSpPr>
          <p:nvPr>
            <p:ph type="ftr" sz="quarter" idx="19"/>
          </p:nvPr>
        </p:nvSpPr>
        <p:spPr/>
        <p:txBody>
          <a:bodyPr/>
          <a:lstStyle/>
          <a:p>
            <a:endParaRPr lang="en-US"/>
          </a:p>
        </p:txBody>
      </p:sp>
      <p:sp>
        <p:nvSpPr>
          <p:cNvPr id="17" name="Slide Number Placeholder 16">
            <a:extLst>
              <a:ext uri="{FF2B5EF4-FFF2-40B4-BE49-F238E27FC236}">
                <a16:creationId xmlns:a16="http://schemas.microsoft.com/office/drawing/2014/main" id="{13C599AC-D93A-1A40-B4F9-D368AFB6527E}"/>
              </a:ext>
            </a:extLst>
          </p:cNvPr>
          <p:cNvSpPr>
            <a:spLocks noGrp="1"/>
          </p:cNvSpPr>
          <p:nvPr>
            <p:ph type="sldNum" sz="quarter" idx="20"/>
          </p:nvPr>
        </p:nvSpPr>
        <p:spPr/>
        <p:txBody>
          <a:bodyPr/>
          <a:lstStyle/>
          <a:p>
            <a:fld id="{BB5DFFF0-4921-4031-8D93-C92E40AB68DB}" type="slidenum">
              <a:rPr lang="en-US" smtClean="0"/>
              <a:t>‹#›</a:t>
            </a:fld>
            <a:endParaRPr lang="en-US"/>
          </a:p>
        </p:txBody>
      </p:sp>
      <p:sp>
        <p:nvSpPr>
          <p:cNvPr id="21" name="Content Placeholder 2">
            <a:extLst>
              <a:ext uri="{FF2B5EF4-FFF2-40B4-BE49-F238E27FC236}">
                <a16:creationId xmlns:a16="http://schemas.microsoft.com/office/drawing/2014/main" id="{AF30AE00-BBC7-4641-A388-21B7636095A6}"/>
              </a:ext>
            </a:extLst>
          </p:cNvPr>
          <p:cNvSpPr>
            <a:spLocks noGrp="1"/>
          </p:cNvSpPr>
          <p:nvPr>
            <p:ph idx="1"/>
          </p:nvPr>
        </p:nvSpPr>
        <p:spPr>
          <a:xfrm>
            <a:off x="504827" y="4872827"/>
            <a:ext cx="3309052" cy="1508924"/>
          </a:xfrm>
        </p:spPr>
        <p:txBody>
          <a:bodyPr/>
          <a:lstStyle>
            <a:lvl1pPr>
              <a:defRPr sz="1401"/>
            </a:lvl1pPr>
            <a:lvl2pPr>
              <a:defRPr sz="1401"/>
            </a:lvl2pPr>
            <a:lvl3pPr>
              <a:defRPr sz="1401"/>
            </a:lvl3pPr>
            <a:lvl4pPr>
              <a:defRPr sz="1401"/>
            </a:lvl4pPr>
            <a:lvl5pPr>
              <a:defRPr sz="140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2">
            <a:extLst>
              <a:ext uri="{FF2B5EF4-FFF2-40B4-BE49-F238E27FC236}">
                <a16:creationId xmlns:a16="http://schemas.microsoft.com/office/drawing/2014/main" id="{E3C5B76E-67E4-B441-A2EB-FE142C3E56CB}"/>
              </a:ext>
            </a:extLst>
          </p:cNvPr>
          <p:cNvSpPr>
            <a:spLocks noGrp="1"/>
          </p:cNvSpPr>
          <p:nvPr>
            <p:ph idx="14"/>
          </p:nvPr>
        </p:nvSpPr>
        <p:spPr>
          <a:xfrm>
            <a:off x="4437549" y="4866023"/>
            <a:ext cx="3309052" cy="1515728"/>
          </a:xfrm>
        </p:spPr>
        <p:txBody>
          <a:bodyPr/>
          <a:lstStyle>
            <a:lvl1pPr>
              <a:defRPr sz="1401"/>
            </a:lvl1pPr>
            <a:lvl2pPr>
              <a:defRPr sz="1401"/>
            </a:lvl2pPr>
            <a:lvl3pPr>
              <a:defRPr sz="1401"/>
            </a:lvl3pPr>
            <a:lvl4pPr>
              <a:defRPr sz="1401"/>
            </a:lvl4pPr>
            <a:lvl5pPr>
              <a:defRPr sz="140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Content Placeholder 2">
            <a:extLst>
              <a:ext uri="{FF2B5EF4-FFF2-40B4-BE49-F238E27FC236}">
                <a16:creationId xmlns:a16="http://schemas.microsoft.com/office/drawing/2014/main" id="{9924B702-C920-CC4C-AB9B-E5241B2248FA}"/>
              </a:ext>
            </a:extLst>
          </p:cNvPr>
          <p:cNvSpPr>
            <a:spLocks noGrp="1"/>
          </p:cNvSpPr>
          <p:nvPr>
            <p:ph idx="16"/>
          </p:nvPr>
        </p:nvSpPr>
        <p:spPr>
          <a:xfrm>
            <a:off x="8370270" y="4859219"/>
            <a:ext cx="3309052" cy="1522532"/>
          </a:xfrm>
        </p:spPr>
        <p:txBody>
          <a:bodyPr/>
          <a:lstStyle>
            <a:lvl1pPr>
              <a:defRPr sz="1401"/>
            </a:lvl1pPr>
            <a:lvl2pPr>
              <a:defRPr sz="1401"/>
            </a:lvl2pPr>
            <a:lvl3pPr>
              <a:defRPr sz="1401"/>
            </a:lvl3pPr>
            <a:lvl4pPr>
              <a:defRPr sz="1401"/>
            </a:lvl4pPr>
            <a:lvl5pPr>
              <a:defRPr sz="140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89969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126D46-BC5D-46ED-8980-6E82FDD28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 y="0"/>
            <a:ext cx="12189630" cy="6858000"/>
          </a:xfrm>
          <a:prstGeom prst="rect">
            <a:avLst/>
          </a:prstGeom>
        </p:spPr>
      </p:pic>
      <p:sp>
        <p:nvSpPr>
          <p:cNvPr id="2" name="Title 1">
            <a:extLst>
              <a:ext uri="{FF2B5EF4-FFF2-40B4-BE49-F238E27FC236}">
                <a16:creationId xmlns:a16="http://schemas.microsoft.com/office/drawing/2014/main" id="{C4443FCA-9294-41A7-A9C0-27EAD67AF2F9}"/>
              </a:ext>
            </a:extLst>
          </p:cNvPr>
          <p:cNvSpPr>
            <a:spLocks noGrp="1"/>
          </p:cNvSpPr>
          <p:nvPr>
            <p:ph type="title"/>
          </p:nvPr>
        </p:nvSpPr>
        <p:spPr>
          <a:xfrm>
            <a:off x="504825" y="549278"/>
            <a:ext cx="5770564"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1846943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CA24D-5DF8-48B0-AB39-60E2BA9FD5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7703DDDC-291A-3043-A7B8-C2944D8C2F1F}"/>
              </a:ext>
            </a:extLst>
          </p:cNvPr>
          <p:cNvSpPr>
            <a:spLocks noGrp="1"/>
          </p:cNvSpPr>
          <p:nvPr>
            <p:ph type="title"/>
          </p:nvPr>
        </p:nvSpPr>
        <p:spPr>
          <a:xfrm>
            <a:off x="504825" y="549278"/>
            <a:ext cx="5770564"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420536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A5400D-7B89-4AEF-AD2F-C4EC4B24D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3CADD10B-5351-EC45-9D04-9E2F2AED4960}"/>
              </a:ext>
            </a:extLst>
          </p:cNvPr>
          <p:cNvSpPr>
            <a:spLocks noGrp="1"/>
          </p:cNvSpPr>
          <p:nvPr>
            <p:ph type="title"/>
          </p:nvPr>
        </p:nvSpPr>
        <p:spPr>
          <a:xfrm>
            <a:off x="504825" y="549278"/>
            <a:ext cx="5770564"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873413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6" name="Date Placeholder 5">
            <a:extLst>
              <a:ext uri="{FF2B5EF4-FFF2-40B4-BE49-F238E27FC236}">
                <a16:creationId xmlns:a16="http://schemas.microsoft.com/office/drawing/2014/main" id="{BAB7DA8D-25AF-774D-BDBF-FFABEF37DF62}"/>
              </a:ext>
            </a:extLst>
          </p:cNvPr>
          <p:cNvSpPr>
            <a:spLocks noGrp="1"/>
          </p:cNvSpPr>
          <p:nvPr>
            <p:ph type="dt" sz="half" idx="10"/>
          </p:nvPr>
        </p:nvSpPr>
        <p:spPr>
          <a:xfrm>
            <a:off x="5126405" y="6597654"/>
            <a:ext cx="790213" cy="260349"/>
          </a:xfrm>
          <a:prstGeom prst="rect">
            <a:avLst/>
          </a:prstGeom>
        </p:spPr>
        <p:txBody>
          <a:bodyPr/>
          <a:lstStyle/>
          <a:p>
            <a:fld id="{8476894C-C87C-472B-9838-33243B63225E}" type="datetimeFigureOut">
              <a:rPr lang="en-US" smtClean="0"/>
              <a:t>9/2/2026</a:t>
            </a:fld>
            <a:endParaRPr lang="en-US"/>
          </a:p>
        </p:txBody>
      </p:sp>
      <p:sp>
        <p:nvSpPr>
          <p:cNvPr id="7" name="Footer Placeholder 6">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BB5DFFF0-4921-4031-8D93-C92E40AB68DB}" type="slidenum">
              <a:rPr lang="en-US" smtClean="0"/>
              <a:t>‹#›</a:t>
            </a:fld>
            <a:endParaRPr lang="en-US"/>
          </a:p>
        </p:txBody>
      </p:sp>
    </p:spTree>
    <p:extLst>
      <p:ext uri="{BB962C8B-B14F-4D97-AF65-F5344CB8AC3E}">
        <p14:creationId xmlns:p14="http://schemas.microsoft.com/office/powerpoint/2010/main" val="2421933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60E09F45-A703-9F41-A7AC-D760BBC32423}"/>
              </a:ext>
            </a:extLst>
          </p:cNvPr>
          <p:cNvSpPr>
            <a:spLocks noGrp="1"/>
          </p:cNvSpPr>
          <p:nvPr>
            <p:ph type="dt" sz="half" idx="10"/>
          </p:nvPr>
        </p:nvSpPr>
        <p:spPr>
          <a:xfrm>
            <a:off x="5126405" y="6597654"/>
            <a:ext cx="790213" cy="260349"/>
          </a:xfrm>
          <a:prstGeom prst="rect">
            <a:avLst/>
          </a:prstGeom>
        </p:spPr>
        <p:txBody>
          <a:bodyPr/>
          <a:lstStyle/>
          <a:p>
            <a:fld id="{8476894C-C87C-472B-9838-33243B63225E}" type="datetimeFigureOut">
              <a:rPr lang="en-US" smtClean="0"/>
              <a:t>9/2/2026</a:t>
            </a:fld>
            <a:endParaRPr lang="en-US"/>
          </a:p>
        </p:txBody>
      </p:sp>
      <p:sp>
        <p:nvSpPr>
          <p:cNvPr id="6" name="Footer Placeholder 5">
            <a:extLst>
              <a:ext uri="{FF2B5EF4-FFF2-40B4-BE49-F238E27FC236}">
                <a16:creationId xmlns:a16="http://schemas.microsoft.com/office/drawing/2014/main" id="{C2270D36-A2C7-154C-9135-54D930ABCB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40C9F8-AC3E-7D46-97A2-EA339B41671B}"/>
              </a:ext>
            </a:extLst>
          </p:cNvPr>
          <p:cNvSpPr>
            <a:spLocks noGrp="1"/>
          </p:cNvSpPr>
          <p:nvPr>
            <p:ph type="sldNum" sz="quarter" idx="12"/>
          </p:nvPr>
        </p:nvSpPr>
        <p:spPr/>
        <p:txBody>
          <a:bodyPr/>
          <a:lstStyle/>
          <a:p>
            <a:fld id="{BB5DFFF0-4921-4031-8D93-C92E40AB68DB}" type="slidenum">
              <a:rPr lang="en-US" smtClean="0"/>
              <a:t>‹#›</a:t>
            </a:fld>
            <a:endParaRPr lang="en-US"/>
          </a:p>
        </p:txBody>
      </p:sp>
    </p:spTree>
    <p:extLst>
      <p:ext uri="{BB962C8B-B14F-4D97-AF65-F5344CB8AC3E}">
        <p14:creationId xmlns:p14="http://schemas.microsoft.com/office/powerpoint/2010/main" val="3283431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cxnSp>
        <p:nvCxnSpPr>
          <p:cNvPr id="21" name="Straight Connector 20"/>
          <p:cNvCxnSpPr/>
          <p:nvPr/>
        </p:nvCxnSpPr>
        <p:spPr>
          <a:xfrm>
            <a:off x="508000" y="6357591"/>
            <a:ext cx="11277600" cy="0"/>
          </a:xfrm>
          <a:prstGeom prst="line">
            <a:avLst/>
          </a:prstGeom>
          <a:ln w="6350">
            <a:solidFill>
              <a:srgbClr val="C9CAC8"/>
            </a:solidFill>
            <a:prstDash val="solid"/>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hasCustomPrompt="1"/>
          </p:nvPr>
        </p:nvSpPr>
        <p:spPr>
          <a:xfrm>
            <a:off x="406400" y="-18470"/>
            <a:ext cx="11176000" cy="780471"/>
          </a:xfrm>
          <a:prstGeom prst="rect">
            <a:avLst/>
          </a:prstGeom>
        </p:spPr>
        <p:txBody>
          <a:bodyPr bIns="0" anchor="b" anchorCtr="0">
            <a:noAutofit/>
          </a:bodyPr>
          <a:lstStyle>
            <a:lvl1pPr algn="l">
              <a:lnSpc>
                <a:spcPts val="2800"/>
              </a:lnSpc>
              <a:spcAft>
                <a:spcPts val="0"/>
              </a:spcAft>
              <a:defRPr sz="2800" b="0" baseline="0">
                <a:solidFill>
                  <a:srgbClr val="000000"/>
                </a:solidFill>
                <a:latin typeface="Arial" pitchFamily="34" charset="0"/>
                <a:cs typeface="Arial" pitchFamily="34" charset="0"/>
              </a:defRPr>
            </a:lvl1pPr>
          </a:lstStyle>
          <a:p>
            <a:r>
              <a:rPr lang="en-US"/>
              <a:t>Headline (28 pt, Arial) </a:t>
            </a:r>
            <a:br>
              <a:rPr lang="en-US"/>
            </a:br>
            <a:r>
              <a:rPr lang="en-US"/>
              <a:t>(headline can wrap)</a:t>
            </a:r>
          </a:p>
        </p:txBody>
      </p:sp>
      <p:sp>
        <p:nvSpPr>
          <p:cNvPr id="13" name="Slide Number Placeholder 5">
            <a:extLst>
              <a:ext uri="{FF2B5EF4-FFF2-40B4-BE49-F238E27FC236}">
                <a16:creationId xmlns:a16="http://schemas.microsoft.com/office/drawing/2014/main" id="{717B8F22-75CC-6744-9FFA-54DE8F643DE9}"/>
              </a:ext>
            </a:extLst>
          </p:cNvPr>
          <p:cNvSpPr>
            <a:spLocks noGrp="1"/>
          </p:cNvSpPr>
          <p:nvPr>
            <p:ph type="sldNum" sz="quarter" idx="13"/>
          </p:nvPr>
        </p:nvSpPr>
        <p:spPr>
          <a:xfrm>
            <a:off x="10972800" y="6406826"/>
            <a:ext cx="812800" cy="259080"/>
          </a:xfrm>
          <a:prstGeom prst="rect">
            <a:avLst/>
          </a:prstGeom>
        </p:spPr>
        <p:txBody>
          <a:bodyPr anchor="t" anchorCtr="0"/>
          <a:lstStyle>
            <a:lvl1pPr>
              <a:defRPr sz="1200" b="0">
                <a:solidFill>
                  <a:srgbClr val="747678"/>
                </a:solidFill>
                <a:latin typeface="Arial" pitchFamily="34" charset="0"/>
                <a:cs typeface="Arial" pitchFamily="34" charset="0"/>
              </a:defRPr>
            </a:lvl1pPr>
          </a:lstStyle>
          <a:p>
            <a:fld id="{BB5DFFF0-4921-4031-8D93-C92E40AB68DB}" type="slidenum">
              <a:rPr lang="en-US" smtClean="0"/>
              <a:t>‹#›</a:t>
            </a:fld>
            <a:endParaRPr lang="en-US"/>
          </a:p>
        </p:txBody>
      </p:sp>
      <p:cxnSp>
        <p:nvCxnSpPr>
          <p:cNvPr id="3" name="Straight Connector 2">
            <a:extLst>
              <a:ext uri="{FF2B5EF4-FFF2-40B4-BE49-F238E27FC236}">
                <a16:creationId xmlns:a16="http://schemas.microsoft.com/office/drawing/2014/main" id="{2E92D43E-8CBB-446E-81E5-DFE00FD985A7}"/>
              </a:ext>
            </a:extLst>
          </p:cNvPr>
          <p:cNvCxnSpPr/>
          <p:nvPr/>
        </p:nvCxnSpPr>
        <p:spPr>
          <a:xfrm>
            <a:off x="526471" y="766619"/>
            <a:ext cx="111575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673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B5DFFF0-4921-4031-8D93-C92E40AB68DB}" type="slidenum">
              <a:rPr lang="en-US" smtClean="0"/>
              <a:t>‹#›</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221664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ource:  NOT P&amp;C Finan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228600"/>
            <a:ext cx="11176000" cy="561974"/>
          </a:xfrm>
        </p:spPr>
        <p:txBody>
          <a:bodyPr bIns="0" anchor="b" anchorCtr="0">
            <a:normAutofit/>
          </a:bodyPr>
          <a:lstStyle>
            <a:lvl1pPr algn="l">
              <a:lnSpc>
                <a:spcPts val="2011"/>
              </a:lnSpc>
              <a:defRPr sz="1800" b="1" baseline="0">
                <a:solidFill>
                  <a:srgbClr val="000000"/>
                </a:solidFill>
                <a:latin typeface="Arial" pitchFamily="34" charset="0"/>
                <a:cs typeface="Arial" pitchFamily="34" charset="0"/>
              </a:defRPr>
            </a:lvl1pPr>
          </a:lstStyle>
          <a:p>
            <a:r>
              <a:rPr lang="en-US"/>
              <a:t>Headline (24 pt, Arial, Bold) </a:t>
            </a:r>
            <a:br>
              <a:rPr lang="en-US"/>
            </a:br>
            <a:r>
              <a:rPr lang="en-US"/>
              <a:t>headline can wrap if necessary</a:t>
            </a:r>
          </a:p>
        </p:txBody>
      </p:sp>
      <p:sp>
        <p:nvSpPr>
          <p:cNvPr id="3" name="Content Placeholder 2"/>
          <p:cNvSpPr>
            <a:spLocks noGrp="1"/>
          </p:cNvSpPr>
          <p:nvPr>
            <p:ph idx="1"/>
          </p:nvPr>
        </p:nvSpPr>
        <p:spPr>
          <a:xfrm>
            <a:off x="304800" y="4876811"/>
            <a:ext cx="11582400" cy="1524001"/>
          </a:xfrm>
        </p:spPr>
        <p:txBody>
          <a:bodyPr anchor="ctr" anchorCtr="0">
            <a:normAutofit/>
          </a:bodyPr>
          <a:lstStyle>
            <a:lvl1pPr>
              <a:defRPr sz="900" baseline="0">
                <a:latin typeface="Arial" pitchFamily="34" charset="0"/>
                <a:cs typeface="Arial" pitchFamily="34" charset="0"/>
              </a:defRPr>
            </a:lvl1pPr>
            <a:lvl2pPr>
              <a:defRPr sz="900" baseline="0">
                <a:latin typeface="Arial" pitchFamily="34" charset="0"/>
                <a:cs typeface="Arial" pitchFamily="34" charset="0"/>
              </a:defRPr>
            </a:lvl2pPr>
            <a:lvl3pPr>
              <a:defRPr sz="900" baseline="0">
                <a:latin typeface="Arial" pitchFamily="34" charset="0"/>
                <a:cs typeface="Arial" pitchFamily="34" charset="0"/>
              </a:defRPr>
            </a:lvl3pPr>
            <a:lvl4pPr>
              <a:defRPr sz="900" baseline="0">
                <a:latin typeface="Arial" pitchFamily="34" charset="0"/>
                <a:cs typeface="Arial" pitchFamily="34" charset="0"/>
              </a:defRPr>
            </a:lvl4pPr>
            <a:lvl5pPr>
              <a:defRPr sz="1200" baseline="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p:cNvSpPr>
            <a:spLocks noGrp="1"/>
          </p:cNvSpPr>
          <p:nvPr>
            <p:ph type="sldNum" sz="quarter" idx="12"/>
          </p:nvPr>
        </p:nvSpPr>
        <p:spPr>
          <a:xfrm>
            <a:off x="11074400" y="6598920"/>
            <a:ext cx="812800" cy="182880"/>
          </a:xfrm>
          <a:prstGeom prst="rect">
            <a:avLst/>
          </a:prstGeom>
        </p:spPr>
        <p:txBody>
          <a:bodyPr anchor="t" anchorCtr="0"/>
          <a:lstStyle>
            <a:lvl1pPr>
              <a:defRPr sz="600" b="1">
                <a:solidFill>
                  <a:schemeClr val="tx1"/>
                </a:solidFill>
                <a:latin typeface="Arial" pitchFamily="34" charset="0"/>
                <a:cs typeface="Arial" pitchFamily="34" charset="0"/>
              </a:defRPr>
            </a:lvl1pPr>
          </a:lstStyle>
          <a:p>
            <a:fld id="{CACD57DD-E820-4B11-80C4-823179BCC2F4}" type="slidenum">
              <a:rPr lang="en-US" smtClean="0"/>
              <a:pPr/>
              <a:t>‹#›</a:t>
            </a:fld>
            <a:endParaRPr lang="en-US"/>
          </a:p>
        </p:txBody>
      </p:sp>
      <p:cxnSp>
        <p:nvCxnSpPr>
          <p:cNvPr id="7" name="Straight Connector 6"/>
          <p:cNvCxnSpPr/>
          <p:nvPr userDrawn="1"/>
        </p:nvCxnSpPr>
        <p:spPr>
          <a:xfrm>
            <a:off x="304800" y="836612"/>
            <a:ext cx="11582400" cy="1588"/>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304800" y="6553200"/>
            <a:ext cx="11582400" cy="1588"/>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3" hasCustomPrompt="1"/>
          </p:nvPr>
        </p:nvSpPr>
        <p:spPr>
          <a:xfrm>
            <a:off x="304800" y="6387152"/>
            <a:ext cx="9753600" cy="166048"/>
          </a:xfrm>
        </p:spPr>
        <p:txBody>
          <a:bodyPr bIns="0" anchor="b" anchorCtr="0">
            <a:noAutofit/>
          </a:bodyPr>
          <a:lstStyle>
            <a:lvl1pPr>
              <a:buNone/>
              <a:defRPr sz="451" baseline="0">
                <a:latin typeface="Arial" pitchFamily="34" charset="0"/>
                <a:cs typeface="Arial" pitchFamily="34" charset="0"/>
              </a:defRPr>
            </a:lvl1pPr>
            <a:lvl2pPr>
              <a:defRPr sz="451">
                <a:latin typeface="Arial" pitchFamily="34" charset="0"/>
                <a:cs typeface="Arial" pitchFamily="34" charset="0"/>
              </a:defRPr>
            </a:lvl2pPr>
            <a:lvl3pPr>
              <a:defRPr sz="451">
                <a:latin typeface="Arial" pitchFamily="34" charset="0"/>
                <a:cs typeface="Arial" pitchFamily="34" charset="0"/>
              </a:defRPr>
            </a:lvl3pPr>
            <a:lvl4pPr>
              <a:defRPr sz="451">
                <a:latin typeface="Arial" pitchFamily="34" charset="0"/>
                <a:cs typeface="Arial" pitchFamily="34" charset="0"/>
              </a:defRPr>
            </a:lvl4pPr>
            <a:lvl5pPr>
              <a:defRPr sz="451">
                <a:latin typeface="Arial" pitchFamily="34" charset="0"/>
                <a:cs typeface="Arial" pitchFamily="34" charset="0"/>
              </a:defRPr>
            </a:lvl5pPr>
          </a:lstStyle>
          <a:p>
            <a:pPr lvl="0"/>
            <a:r>
              <a:rPr lang="en-US"/>
              <a:t>*Insert foot notes</a:t>
            </a:r>
          </a:p>
        </p:txBody>
      </p:sp>
      <p:sp>
        <p:nvSpPr>
          <p:cNvPr id="15" name="Text Placeholder 13"/>
          <p:cNvSpPr>
            <a:spLocks noGrp="1"/>
          </p:cNvSpPr>
          <p:nvPr>
            <p:ph type="body" sz="quarter" idx="14" hasCustomPrompt="1"/>
          </p:nvPr>
        </p:nvSpPr>
        <p:spPr>
          <a:xfrm>
            <a:off x="10075335" y="6392334"/>
            <a:ext cx="1873957" cy="135466"/>
          </a:xfrm>
        </p:spPr>
        <p:txBody>
          <a:bodyPr>
            <a:noAutofit/>
          </a:bodyPr>
          <a:lstStyle>
            <a:lvl1pPr>
              <a:buNone/>
              <a:defRPr sz="600" baseline="0">
                <a:latin typeface="Arial" pitchFamily="34" charset="0"/>
                <a:cs typeface="Arial" pitchFamily="34" charset="0"/>
              </a:defRPr>
            </a:lvl1pPr>
            <a:lvl2pPr>
              <a:defRPr sz="451">
                <a:latin typeface="Arial" pitchFamily="34" charset="0"/>
                <a:cs typeface="Arial" pitchFamily="34" charset="0"/>
              </a:defRPr>
            </a:lvl2pPr>
            <a:lvl3pPr>
              <a:defRPr sz="451">
                <a:latin typeface="Arial" pitchFamily="34" charset="0"/>
                <a:cs typeface="Arial" pitchFamily="34" charset="0"/>
              </a:defRPr>
            </a:lvl3pPr>
            <a:lvl4pPr>
              <a:defRPr sz="451">
                <a:latin typeface="Arial" pitchFamily="34" charset="0"/>
                <a:cs typeface="Arial" pitchFamily="34" charset="0"/>
              </a:defRPr>
            </a:lvl4pPr>
            <a:lvl5pPr>
              <a:defRPr sz="451">
                <a:latin typeface="Arial" pitchFamily="34" charset="0"/>
                <a:cs typeface="Arial" pitchFamily="34" charset="0"/>
              </a:defRPr>
            </a:lvl5pPr>
          </a:lstStyle>
          <a:p>
            <a:pPr lvl="0"/>
            <a:r>
              <a:rPr lang="en-US"/>
              <a:t>Source:  Insert source</a:t>
            </a:r>
          </a:p>
        </p:txBody>
      </p:sp>
      <p:pic>
        <p:nvPicPr>
          <p:cNvPr id="10" name="Picture 9" descr="NandEagle-Vert-NW-3C_600.png">
            <a:extLst>
              <a:ext uri="{FF2B5EF4-FFF2-40B4-BE49-F238E27FC236}">
                <a16:creationId xmlns:a16="http://schemas.microsoft.com/office/drawing/2014/main" id="{C21811DC-1E7B-4D26-8C83-BEC49EFE2F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8233" y="6572570"/>
            <a:ext cx="338667" cy="254846"/>
          </a:xfrm>
          <a:prstGeom prst="rect">
            <a:avLst/>
          </a:prstGeom>
        </p:spPr>
      </p:pic>
      <p:sp>
        <p:nvSpPr>
          <p:cNvPr id="12" name="TextBox 11">
            <a:extLst>
              <a:ext uri="{FF2B5EF4-FFF2-40B4-BE49-F238E27FC236}">
                <a16:creationId xmlns:a16="http://schemas.microsoft.com/office/drawing/2014/main" id="{9DA7EC24-BB74-4A93-8E0D-08710546F4B2}"/>
              </a:ext>
            </a:extLst>
          </p:cNvPr>
          <p:cNvSpPr txBox="1"/>
          <p:nvPr userDrawn="1"/>
        </p:nvSpPr>
        <p:spPr>
          <a:xfrm>
            <a:off x="5103289" y="6588209"/>
            <a:ext cx="1985433" cy="230832"/>
          </a:xfrm>
          <a:prstGeom prst="rect">
            <a:avLst/>
          </a:prstGeom>
          <a:noFill/>
        </p:spPr>
        <p:txBody>
          <a:bodyPr wrap="square" rtlCol="0">
            <a:spAutoFit/>
          </a:bodyPr>
          <a:lstStyle/>
          <a:p>
            <a:r>
              <a:rPr lang="en-US" sz="900" baseline="0">
                <a:solidFill>
                  <a:schemeClr val="bg2"/>
                </a:solidFill>
                <a:latin typeface="+mn-lt"/>
                <a:cs typeface="Times New Roman" pitchFamily="18" charset="0"/>
              </a:rPr>
              <a:t>Proprietary &amp; Confidential</a:t>
            </a:r>
          </a:p>
        </p:txBody>
      </p:sp>
    </p:spTree>
    <p:extLst>
      <p:ext uri="{BB962C8B-B14F-4D97-AF65-F5344CB8AC3E}">
        <p14:creationId xmlns:p14="http://schemas.microsoft.com/office/powerpoint/2010/main" val="39926958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10" name="Title ">
            <a:extLst>
              <a:ext uri="{FF2B5EF4-FFF2-40B4-BE49-F238E27FC236}">
                <a16:creationId xmlns:a16="http://schemas.microsoft.com/office/drawing/2014/main" id="{A34371E6-E4E5-D745-9264-8EA9C0BE58EE}"/>
              </a:ext>
            </a:extLst>
          </p:cNvPr>
          <p:cNvSpPr>
            <a:spLocks noGrp="1"/>
          </p:cNvSpPr>
          <p:nvPr>
            <p:ph type="title"/>
          </p:nvPr>
        </p:nvSpPr>
        <p:spPr>
          <a:xfrm>
            <a:off x="431801" y="368299"/>
            <a:ext cx="11328399" cy="1102692"/>
          </a:xfrm>
          <a:prstGeom prst="rect">
            <a:avLst/>
          </a:prstGeom>
        </p:spPr>
        <p:txBody>
          <a:bodyPr vert="horz" lIns="0" tIns="0" rIns="0" bIns="0" rtlCol="0" anchor="t" anchorCtr="0">
            <a:noAutofit/>
          </a:bodyPr>
          <a:lstStyle/>
          <a:p>
            <a:r>
              <a:rPr lang="en-US"/>
              <a:t>Click to edit Master title style</a:t>
            </a:r>
            <a:endParaRPr lang="en-GB"/>
          </a:p>
        </p:txBody>
      </p:sp>
      <p:sp>
        <p:nvSpPr>
          <p:cNvPr id="14" name="Content Placeholder 1">
            <a:extLst>
              <a:ext uri="{FF2B5EF4-FFF2-40B4-BE49-F238E27FC236}">
                <a16:creationId xmlns:a16="http://schemas.microsoft.com/office/drawing/2014/main" id="{52B3A6DB-7A6D-8F4B-9781-155B17631561}"/>
              </a:ext>
            </a:extLst>
          </p:cNvPr>
          <p:cNvSpPr>
            <a:spLocks noGrp="1"/>
          </p:cNvSpPr>
          <p:nvPr>
            <p:ph idx="13"/>
          </p:nvPr>
        </p:nvSpPr>
        <p:spPr>
          <a:xfrm>
            <a:off x="431802" y="1577010"/>
            <a:ext cx="11328397" cy="4399721"/>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notes Placeholder ">
            <a:extLst>
              <a:ext uri="{FF2B5EF4-FFF2-40B4-BE49-F238E27FC236}">
                <a16:creationId xmlns:a16="http://schemas.microsoft.com/office/drawing/2014/main" id="{3BA9D919-C329-9440-8087-E6F1BDD2F0CE}"/>
              </a:ext>
            </a:extLst>
          </p:cNvPr>
          <p:cNvSpPr>
            <a:spLocks noGrp="1"/>
          </p:cNvSpPr>
          <p:nvPr>
            <p:ph type="body" sz="quarter" idx="14" hasCustomPrompt="1"/>
          </p:nvPr>
        </p:nvSpPr>
        <p:spPr>
          <a:xfrm>
            <a:off x="431800" y="6109253"/>
            <a:ext cx="11328400" cy="393701"/>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p>
          <a:p>
            <a:pPr lvl="0"/>
            <a:r>
              <a:rPr lang="en-US"/>
              <a:t>** Tied directly to information on page</a:t>
            </a:r>
          </a:p>
          <a:p>
            <a:pPr lvl="0"/>
            <a:r>
              <a:rPr lang="en-US"/>
              <a:t>Source: Source information goes here</a:t>
            </a:r>
          </a:p>
        </p:txBody>
      </p:sp>
      <p:sp>
        <p:nvSpPr>
          <p:cNvPr id="11" name="Slide Number Placeholder ">
            <a:extLst>
              <a:ext uri="{FF2B5EF4-FFF2-40B4-BE49-F238E27FC236}">
                <a16:creationId xmlns:a16="http://schemas.microsoft.com/office/drawing/2014/main" id="{65EB6EC4-FA42-5E40-B0BC-3A5BE65BF8BC}"/>
              </a:ext>
            </a:extLst>
          </p:cNvPr>
          <p:cNvSpPr>
            <a:spLocks noGrp="1"/>
          </p:cNvSpPr>
          <p:nvPr>
            <p:ph type="sldNum" sz="quarter" idx="4"/>
          </p:nvPr>
        </p:nvSpPr>
        <p:spPr>
          <a:xfrm>
            <a:off x="193290" y="6623436"/>
            <a:ext cx="238511" cy="234564"/>
          </a:xfrm>
          <a:prstGeom prst="rect">
            <a:avLst/>
          </a:prstGeom>
        </p:spPr>
        <p:txBody>
          <a:bodyPr vert="horz" lIns="0" tIns="0" rIns="0" bIns="0" rtlCol="0" anchor="t" anchorCtr="0">
            <a:noAutofit/>
          </a:bodyPr>
          <a:lstStyle>
            <a:lvl1pPr algn="l">
              <a:lnSpc>
                <a:spcPct val="90000"/>
              </a:lnSpc>
              <a:spcBef>
                <a:spcPts val="0"/>
              </a:spcBef>
              <a:defRPr sz="1000">
                <a:solidFill>
                  <a:srgbClr val="999999"/>
                </a:solidFill>
              </a:defRPr>
            </a:lvl1pPr>
          </a:lstStyle>
          <a:p>
            <a:fld id="{458D35E1-9A70-4A36-A6A6-432E3A356F62}" type="slidenum">
              <a:rPr lang="en-US" smtClean="0"/>
              <a:t>‹#›</a:t>
            </a:fld>
            <a:endParaRPr lang="en-US"/>
          </a:p>
        </p:txBody>
      </p:sp>
      <p:sp>
        <p:nvSpPr>
          <p:cNvPr id="12" name="Footer Placeholder ">
            <a:extLst>
              <a:ext uri="{FF2B5EF4-FFF2-40B4-BE49-F238E27FC236}">
                <a16:creationId xmlns:a16="http://schemas.microsoft.com/office/drawing/2014/main" id="{9C469A68-DF3A-2E44-A7F3-5C0FEC2DA65A}"/>
              </a:ext>
            </a:extLst>
          </p:cNvPr>
          <p:cNvSpPr>
            <a:spLocks noGrp="1"/>
          </p:cNvSpPr>
          <p:nvPr>
            <p:ph type="ftr" sz="quarter" idx="3"/>
          </p:nvPr>
        </p:nvSpPr>
        <p:spPr>
          <a:xfrm>
            <a:off x="720000" y="6669087"/>
            <a:ext cx="4406400" cy="188914"/>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endParaRPr lang="en-US"/>
          </a:p>
        </p:txBody>
      </p:sp>
      <p:sp>
        <p:nvSpPr>
          <p:cNvPr id="13" name="Date Placeholder ">
            <a:extLst>
              <a:ext uri="{FF2B5EF4-FFF2-40B4-BE49-F238E27FC236}">
                <a16:creationId xmlns:a16="http://schemas.microsoft.com/office/drawing/2014/main" id="{CC789C5C-FE34-1B4F-AA9C-D124CF5FD550}"/>
              </a:ext>
            </a:extLst>
          </p:cNvPr>
          <p:cNvSpPr>
            <a:spLocks noGrp="1"/>
          </p:cNvSpPr>
          <p:nvPr>
            <p:ph type="dt" sz="half" idx="2"/>
          </p:nvPr>
        </p:nvSpPr>
        <p:spPr>
          <a:xfrm>
            <a:off x="5126400" y="6669089"/>
            <a:ext cx="790213" cy="188912"/>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fld id="{58D15A5E-D023-4E91-8813-08DF22BBBBF9}" type="datetimeFigureOut">
              <a:rPr lang="en-US" smtClean="0"/>
              <a:t>9/2/2026</a:t>
            </a:fld>
            <a:endParaRPr lang="en-US"/>
          </a:p>
        </p:txBody>
      </p:sp>
    </p:spTree>
    <p:extLst>
      <p:ext uri="{BB962C8B-B14F-4D97-AF65-F5344CB8AC3E}">
        <p14:creationId xmlns:p14="http://schemas.microsoft.com/office/powerpoint/2010/main" val="31458355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80FBC-A2A5-725A-6954-CE829B121ADC}"/>
              </a:ext>
            </a:extLst>
          </p:cNvPr>
          <p:cNvSpPr>
            <a:spLocks noGrp="1"/>
          </p:cNvSpPr>
          <p:nvPr>
            <p:ph type="title"/>
          </p:nvPr>
        </p:nvSpPr>
        <p:spPr>
          <a:xfrm>
            <a:off x="993341" y="174100"/>
            <a:ext cx="10205317" cy="930761"/>
          </a:xfrm>
        </p:spPr>
        <p:txBody>
          <a:bodyPr anchor="ctr" anchorCtr="0"/>
          <a:lstStyle>
            <a:lvl1pPr>
              <a:defRPr>
                <a:solidFill>
                  <a:schemeClr val="bg2"/>
                </a:solidFill>
              </a:defRPr>
            </a:lvl1pPr>
          </a:lstStyle>
          <a:p>
            <a:r>
              <a:rPr lang="en-US"/>
              <a:t>Click to edit Master title style</a:t>
            </a:r>
          </a:p>
        </p:txBody>
      </p:sp>
      <p:sp>
        <p:nvSpPr>
          <p:cNvPr id="3" name="Date Placeholder 2">
            <a:extLst>
              <a:ext uri="{FF2B5EF4-FFF2-40B4-BE49-F238E27FC236}">
                <a16:creationId xmlns:a16="http://schemas.microsoft.com/office/drawing/2014/main" id="{8DE59F68-16F4-E4FE-48E8-EBDEABE0DCC7}"/>
              </a:ext>
            </a:extLst>
          </p:cNvPr>
          <p:cNvSpPr>
            <a:spLocks noGrp="1"/>
          </p:cNvSpPr>
          <p:nvPr>
            <p:ph type="dt" sz="half" idx="10"/>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6/14/21</a:t>
            </a:r>
            <a:endParaRPr kumimoji="0" lang="en-GB" sz="600" b="0" i="0" u="none" strike="noStrike" kern="1200" cap="none" spc="0" normalizeH="0" baseline="0" noProof="0">
              <a:ln>
                <a:noFill/>
              </a:ln>
              <a:solidFill>
                <a:srgbClr val="000000"/>
              </a:solidFill>
              <a:effectLst/>
              <a:uLnTx/>
              <a:uFillTx/>
              <a:latin typeface="Arial"/>
              <a:ea typeface="+mn-ea"/>
              <a:cs typeface="+mn-cs"/>
            </a:endParaRPr>
          </a:p>
        </p:txBody>
      </p:sp>
      <p:sp>
        <p:nvSpPr>
          <p:cNvPr id="4" name="Footer Placeholder 3">
            <a:extLst>
              <a:ext uri="{FF2B5EF4-FFF2-40B4-BE49-F238E27FC236}">
                <a16:creationId xmlns:a16="http://schemas.microsoft.com/office/drawing/2014/main" id="{08CD889A-C72B-6FBA-BF11-B41A732064DE}"/>
              </a:ext>
            </a:extLst>
          </p:cNvPr>
          <p:cNvSpPr>
            <a:spLocks noGrp="1"/>
          </p:cNvSpPr>
          <p:nvPr>
            <p:ph type="ftr" sz="quarter" idx="11"/>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Arial"/>
                <a:ea typeface="+mn-ea"/>
                <a:cs typeface="+mn-cs"/>
              </a:rPr>
              <a:t>To create or edit a header or footer, go to Insert &gt; Header &amp; Footer</a:t>
            </a:r>
          </a:p>
        </p:txBody>
      </p:sp>
      <p:sp>
        <p:nvSpPr>
          <p:cNvPr id="5" name="Slide Number Placeholder 4">
            <a:extLst>
              <a:ext uri="{FF2B5EF4-FFF2-40B4-BE49-F238E27FC236}">
                <a16:creationId xmlns:a16="http://schemas.microsoft.com/office/drawing/2014/main" id="{437F6E30-1295-1DF6-75CB-BABA2534518C}"/>
              </a:ext>
            </a:extLst>
          </p:cNvPr>
          <p:cNvSpPr>
            <a:spLocks noGrp="1"/>
          </p:cNvSpPr>
          <p:nvPr>
            <p:ph type="sldNum" sz="quarter" idx="12"/>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fld id="{5B4A74C5-79B0-4340-9A8D-1CCBE3E8C644}" type="slidenum">
              <a:rPr kumimoji="0" lang="en-GB" sz="1000" b="0" i="0" u="none" strike="noStrike" kern="1200" cap="none" spc="0" normalizeH="0" baseline="0" noProof="0" smtClean="0">
                <a:ln>
                  <a:noFill/>
                </a:ln>
                <a:solidFill>
                  <a:srgbClr val="999999"/>
                </a:solidFill>
                <a:effectLst/>
                <a:uLnTx/>
                <a:uFillTx/>
                <a:latin typeface="Arial"/>
                <a:ea typeface="+mn-ea"/>
                <a:cs typeface="+mn-cs"/>
              </a:rPr>
              <a:pPr marL="0" marR="0" lvl="0" indent="0" algn="l" defTabSz="914400" rtl="0" eaLnBrk="1" fontAlgn="auto" latinLnBrk="0" hangingPunct="1">
                <a:lnSpc>
                  <a:spcPct val="90000"/>
                </a:lnSpc>
                <a:spcBef>
                  <a:spcPts val="0"/>
                </a:spcBef>
                <a:spcAft>
                  <a:spcPts val="0"/>
                </a:spcAft>
                <a:buClrTx/>
                <a:buSzTx/>
                <a:buFontTx/>
                <a:buNone/>
                <a:tabLst/>
                <a:defRPr/>
              </a:pPr>
              <a:t>‹#›</a:t>
            </a:fld>
            <a:endParaRPr kumimoji="0" lang="en-GB" sz="1000" b="0" i="0" u="none" strike="noStrike" kern="1200" cap="none" spc="0" normalizeH="0" baseline="0" noProof="0">
              <a:ln>
                <a:noFill/>
              </a:ln>
              <a:solidFill>
                <a:srgbClr val="999999"/>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CD86577F-B6F0-B6B6-E35B-393116BD756A}"/>
              </a:ext>
            </a:extLst>
          </p:cNvPr>
          <p:cNvSpPr/>
          <p:nvPr userDrawn="1"/>
        </p:nvSpPr>
        <p:spPr>
          <a:xfrm>
            <a:off x="0" y="-1"/>
            <a:ext cx="12192000" cy="13617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81828713-7617-95D7-2175-8A7D902CA769}"/>
              </a:ext>
            </a:extLst>
          </p:cNvPr>
          <p:cNvSpPr/>
          <p:nvPr userDrawn="1"/>
        </p:nvSpPr>
        <p:spPr>
          <a:xfrm>
            <a:off x="0" y="0"/>
            <a:ext cx="10858774" cy="13617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3" name="Right Triangle 22">
            <a:extLst>
              <a:ext uri="{FF2B5EF4-FFF2-40B4-BE49-F238E27FC236}">
                <a16:creationId xmlns:a16="http://schemas.microsoft.com/office/drawing/2014/main" id="{B354DB66-56F0-A8A7-21B7-7A16B2063555}"/>
              </a:ext>
            </a:extLst>
          </p:cNvPr>
          <p:cNvSpPr/>
          <p:nvPr userDrawn="1"/>
        </p:nvSpPr>
        <p:spPr>
          <a:xfrm flipV="1">
            <a:off x="10858774" y="0"/>
            <a:ext cx="914400" cy="1361732"/>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pic>
        <p:nvPicPr>
          <p:cNvPr id="25" name="Picture 24" descr="A white bird with a black background&#10;&#10;AI-generated content may be incorrect.">
            <a:extLst>
              <a:ext uri="{FF2B5EF4-FFF2-40B4-BE49-F238E27FC236}">
                <a16:creationId xmlns:a16="http://schemas.microsoft.com/office/drawing/2014/main" id="{FAAAC8E8-C4BC-CA54-4710-D1248598217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0774" y="639480"/>
            <a:ext cx="304800" cy="365760"/>
          </a:xfrm>
          <a:prstGeom prst="rect">
            <a:avLst/>
          </a:prstGeom>
        </p:spPr>
      </p:pic>
    </p:spTree>
    <p:custDataLst>
      <p:tags r:id="rId1"/>
    </p:custDataLst>
    <p:extLst>
      <p:ext uri="{BB962C8B-B14F-4D97-AF65-F5344CB8AC3E}">
        <p14:creationId xmlns:p14="http://schemas.microsoft.com/office/powerpoint/2010/main" val="1926129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4" name="Picture 23" descr="A picture containing pie chart&#10;&#10;Description automatically generated">
            <a:extLst>
              <a:ext uri="{FF2B5EF4-FFF2-40B4-BE49-F238E27FC236}">
                <a16:creationId xmlns:a16="http://schemas.microsoft.com/office/drawing/2014/main" id="{679CA6D4-DB00-455E-AC6F-BE50491FE77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Title 1">
            <a:extLst>
              <a:ext uri="{FF2B5EF4-FFF2-40B4-BE49-F238E27FC236}">
                <a16:creationId xmlns:a16="http://schemas.microsoft.com/office/drawing/2014/main" id="{C0CE8417-9F56-B54E-8200-9F05C7705D9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grpSp>
        <p:nvGrpSpPr>
          <p:cNvPr id="33" name="Group 32">
            <a:extLst>
              <a:ext uri="{FF2B5EF4-FFF2-40B4-BE49-F238E27FC236}">
                <a16:creationId xmlns:a16="http://schemas.microsoft.com/office/drawing/2014/main" id="{60148C3A-0935-3548-9D74-B20E0F264E11}"/>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34" name="Oval 33">
              <a:extLst>
                <a:ext uri="{FF2B5EF4-FFF2-40B4-BE49-F238E27FC236}">
                  <a16:creationId xmlns:a16="http://schemas.microsoft.com/office/drawing/2014/main" id="{ADEE46C6-B8D0-BE4A-924A-0B4DE9AA2BC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Oval 34">
              <a:extLst>
                <a:ext uri="{FF2B5EF4-FFF2-40B4-BE49-F238E27FC236}">
                  <a16:creationId xmlns:a16="http://schemas.microsoft.com/office/drawing/2014/main" id="{9CAFDA5C-9A68-C846-9B69-27759DF4D8DE}"/>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6FE05E72-E06C-F44C-A372-292C18FFDCEC}"/>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A66DB4D5-0F81-FA40-BF7F-D49AB4BE3A60}"/>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1AFBF16F-8A81-754F-B3ED-C36F8A11E574}"/>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E7BC8B40-7702-114B-A54F-B22AF0D5EC34}"/>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7D71D2CF-318E-614F-8BA3-A1CE1FD301E7}"/>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D9588A39-8C80-034E-8D3D-67E98E17D01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CB4CA907-2965-5041-A4D1-88FFC0AAFE4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64BDBD4-DC9B-2643-895F-7535E7862951}"/>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596A12D7-425E-AD43-A65E-B72F97666F37}"/>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4" name="Freeform 63">
              <a:extLst>
                <a:ext uri="{FF2B5EF4-FFF2-40B4-BE49-F238E27FC236}">
                  <a16:creationId xmlns:a16="http://schemas.microsoft.com/office/drawing/2014/main" id="{1B806B14-8C07-0F4D-B564-0FBB1ACC3987}"/>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5" name="Freeform 64">
              <a:extLst>
                <a:ext uri="{FF2B5EF4-FFF2-40B4-BE49-F238E27FC236}">
                  <a16:creationId xmlns:a16="http://schemas.microsoft.com/office/drawing/2014/main" id="{FC43AA3D-6218-5F44-B42C-5CD72E76091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6" name="Freeform 65">
              <a:extLst>
                <a:ext uri="{FF2B5EF4-FFF2-40B4-BE49-F238E27FC236}">
                  <a16:creationId xmlns:a16="http://schemas.microsoft.com/office/drawing/2014/main" id="{FA52EE74-F9BE-524C-BDD0-CD2D80ADBAA6}"/>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7" name="Freeform 66">
              <a:extLst>
                <a:ext uri="{FF2B5EF4-FFF2-40B4-BE49-F238E27FC236}">
                  <a16:creationId xmlns:a16="http://schemas.microsoft.com/office/drawing/2014/main" id="{CBEDE5D4-5500-494D-A1EE-CB749746A46D}"/>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8" name="Freeform 67">
              <a:extLst>
                <a:ext uri="{FF2B5EF4-FFF2-40B4-BE49-F238E27FC236}">
                  <a16:creationId xmlns:a16="http://schemas.microsoft.com/office/drawing/2014/main" id="{3374E4E7-3472-E34E-9607-8FC0F351B613}"/>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9" name="Freeform 68">
              <a:extLst>
                <a:ext uri="{FF2B5EF4-FFF2-40B4-BE49-F238E27FC236}">
                  <a16:creationId xmlns:a16="http://schemas.microsoft.com/office/drawing/2014/main" id="{7A7FB9A9-D903-AB44-8509-AEDFA873CE75}"/>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70" name="Freeform 69">
              <a:extLst>
                <a:ext uri="{FF2B5EF4-FFF2-40B4-BE49-F238E27FC236}">
                  <a16:creationId xmlns:a16="http://schemas.microsoft.com/office/drawing/2014/main" id="{FC28484A-7EDA-F545-869F-81A3A5093258}"/>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ext Placeholder 3">
            <a:extLst>
              <a:ext uri="{FF2B5EF4-FFF2-40B4-BE49-F238E27FC236}">
                <a16:creationId xmlns:a16="http://schemas.microsoft.com/office/drawing/2014/main" id="{4EC5CC60-4AF4-F644-B8B0-4E05C102B845}"/>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1BAE55D1-F868-E44A-BDBA-496630A1EDA5}"/>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67720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064BF798-CC9D-1541-AE53-488C61F2485D}"/>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47108310-CF70-E041-8559-0BBAF0A3E134}"/>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A038E46F-6542-8F48-8D1E-77199F5A3A3A}"/>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ABC9D15F-1D25-9E4E-B017-768D600F683C}"/>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B0236B60-1C06-F348-8743-A7C0E65DF510}"/>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E1C17EF2-C7D9-9344-BDB1-DDA24E4F190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CCA3B6EB-815A-334B-8E70-FB8652A02710}"/>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27A18704-879D-8744-9C0D-F54620CCA762}"/>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F5E330D9-FE00-A242-BEC0-C973C41E8D0B}"/>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A2D8D6AA-29B1-A049-A99F-0AA28E5F7D7A}"/>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49A31F80-755A-1941-8AA3-AAAA2F4557B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C7694B31-931B-F648-8678-62120664A596}"/>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CBC5FEF1-7BF4-A748-BB3A-66A641499B4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93802D51-B7EE-2847-9135-A91396ADE95E}"/>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0B104E08-0240-0A4C-8DC6-02A087EB8856}"/>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576B74ED-9E8B-1F46-9FE9-A8B1E73E4571}"/>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30EBA72-A689-6944-90E7-3CCAAB129BDE}"/>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8621F305-98E4-E64E-9F5B-71DA3F4C5C35}"/>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1061EFA8-D1BD-1848-B96E-246A948FC007}"/>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8" name="Text Placeholder 3">
            <a:extLst>
              <a:ext uri="{FF2B5EF4-FFF2-40B4-BE49-F238E27FC236}">
                <a16:creationId xmlns:a16="http://schemas.microsoft.com/office/drawing/2014/main" id="{F5506C4E-03D4-BD41-A775-BC177E6071DC}"/>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9AFA0A99-C125-9748-B85D-2523356ED05E}"/>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856758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746CECC4-0A48-724D-9DE8-9BE917B1CCF3}"/>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19422B8E-4042-CB44-9F86-7E9AD2FC0571}"/>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4EEF6F4E-A015-DF4B-940D-0C781730157B}"/>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33E57ED8-1DDF-334D-BC51-56C7A35A5D58}"/>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A2091A0A-1651-184C-B7E6-735099B4FAB3}"/>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B305946B-C562-4B4E-9AC0-91E41860A4F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FB9DAA7A-7179-D14A-AE50-DEF5D04F4FA9}"/>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BC13DBEE-C770-7041-AFA2-0C237AE02B7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25F55F6D-AE97-BC48-8FF0-AD9F705F70D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98642F33-A329-514A-A85F-671C5B468823}"/>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6D7E342B-147E-9F46-B8ED-31FC0595270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BC4714C2-C589-7440-8B2D-CDE7ECF95AB1}"/>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756C9AE0-AC13-5044-BB09-DE4242EA4E39}"/>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DE12E4C2-A267-0F4B-96D4-B4D8191D7249}"/>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F5F7AF99-A6E7-8E44-B8C3-C6EA336293D4}"/>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BA6B4724-173F-A148-A58A-7BD739179432}"/>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73690B43-7688-2046-B603-45F20CD5DA0C}"/>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A01F9FB1-2BA6-E94F-BB12-01CB2F12C7BC}"/>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AF7DE4F0-2CFA-574F-AAAF-6305AD1421A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5" name="Text Placeholder 3">
            <a:extLst>
              <a:ext uri="{FF2B5EF4-FFF2-40B4-BE49-F238E27FC236}">
                <a16:creationId xmlns:a16="http://schemas.microsoft.com/office/drawing/2014/main" id="{D9636366-842F-6746-91E5-B98A25227510}"/>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F1304CE5-D1B1-A34F-B482-6E13A01C7F1B}"/>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875226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pic>
        <p:nvPicPr>
          <p:cNvPr id="5" name="Picture 4" descr="A picture containing pie chart&#10;&#10;Description automatically generated">
            <a:extLst>
              <a:ext uri="{FF2B5EF4-FFF2-40B4-BE49-F238E27FC236}">
                <a16:creationId xmlns:a16="http://schemas.microsoft.com/office/drawing/2014/main" id="{6A3F484B-733E-DD40-9856-D3480EB05B8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Picture 44">
            <a:extLst>
              <a:ext uri="{FF2B5EF4-FFF2-40B4-BE49-F238E27FC236}">
                <a16:creationId xmlns:a16="http://schemas.microsoft.com/office/drawing/2014/main" id="{958F4D21-EEDA-41F1-870B-3790AF38A4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6800" y="2369021"/>
            <a:ext cx="2138400" cy="2334271"/>
          </a:xfrm>
          <a:prstGeom prst="rect">
            <a:avLst/>
          </a:prstGeom>
        </p:spPr>
      </p:pic>
    </p:spTree>
    <p:extLst>
      <p:ext uri="{BB962C8B-B14F-4D97-AF65-F5344CB8AC3E}">
        <p14:creationId xmlns:p14="http://schemas.microsoft.com/office/powerpoint/2010/main" val="12986038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Title Slide">
    <p:bg>
      <p:bgPr>
        <a:solidFill>
          <a:schemeClr val="tx2"/>
        </a:solidFill>
        <a:effectLst/>
      </p:bgPr>
    </p:bg>
    <p:spTree>
      <p:nvGrpSpPr>
        <p:cNvPr id="1" name=""/>
        <p:cNvGrpSpPr/>
        <p:nvPr/>
      </p:nvGrpSpPr>
      <p:grpSpPr>
        <a:xfrm>
          <a:off x="0" y="0"/>
          <a:ext cx="0" cy="0"/>
          <a:chOff x="0" y="0"/>
          <a:chExt cx="0" cy="0"/>
        </a:xfrm>
      </p:grpSpPr>
      <p:pic>
        <p:nvPicPr>
          <p:cNvPr id="24" name="Picture 23" descr="A picture containing pie chart&#10;&#10;Description automatically generated">
            <a:extLst>
              <a:ext uri="{FF2B5EF4-FFF2-40B4-BE49-F238E27FC236}">
                <a16:creationId xmlns:a16="http://schemas.microsoft.com/office/drawing/2014/main" id="{679CA6D4-DB00-455E-AC6F-BE50491FE77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Title 1">
            <a:extLst>
              <a:ext uri="{FF2B5EF4-FFF2-40B4-BE49-F238E27FC236}">
                <a16:creationId xmlns:a16="http://schemas.microsoft.com/office/drawing/2014/main" id="{C0CE8417-9F56-B54E-8200-9F05C7705D9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grpSp>
        <p:nvGrpSpPr>
          <p:cNvPr id="33" name="Group 32">
            <a:extLst>
              <a:ext uri="{FF2B5EF4-FFF2-40B4-BE49-F238E27FC236}">
                <a16:creationId xmlns:a16="http://schemas.microsoft.com/office/drawing/2014/main" id="{60148C3A-0935-3548-9D74-B20E0F264E11}"/>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34" name="Oval 33">
              <a:extLst>
                <a:ext uri="{FF2B5EF4-FFF2-40B4-BE49-F238E27FC236}">
                  <a16:creationId xmlns:a16="http://schemas.microsoft.com/office/drawing/2014/main" id="{ADEE46C6-B8D0-BE4A-924A-0B4DE9AA2BC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Oval 34">
              <a:extLst>
                <a:ext uri="{FF2B5EF4-FFF2-40B4-BE49-F238E27FC236}">
                  <a16:creationId xmlns:a16="http://schemas.microsoft.com/office/drawing/2014/main" id="{9CAFDA5C-9A68-C846-9B69-27759DF4D8DE}"/>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6FE05E72-E06C-F44C-A372-292C18FFDCEC}"/>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A66DB4D5-0F81-FA40-BF7F-D49AB4BE3A60}"/>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1AFBF16F-8A81-754F-B3ED-C36F8A11E574}"/>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E7BC8B40-7702-114B-A54F-B22AF0D5EC34}"/>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7D71D2CF-318E-614F-8BA3-A1CE1FD301E7}"/>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D9588A39-8C80-034E-8D3D-67E98E17D01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CB4CA907-2965-5041-A4D1-88FFC0AAFE4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64BDBD4-DC9B-2643-895F-7535E7862951}"/>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596A12D7-425E-AD43-A65E-B72F97666F37}"/>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4" name="Freeform 63">
              <a:extLst>
                <a:ext uri="{FF2B5EF4-FFF2-40B4-BE49-F238E27FC236}">
                  <a16:creationId xmlns:a16="http://schemas.microsoft.com/office/drawing/2014/main" id="{1B806B14-8C07-0F4D-B564-0FBB1ACC3987}"/>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5" name="Freeform 64">
              <a:extLst>
                <a:ext uri="{FF2B5EF4-FFF2-40B4-BE49-F238E27FC236}">
                  <a16:creationId xmlns:a16="http://schemas.microsoft.com/office/drawing/2014/main" id="{FC43AA3D-6218-5F44-B42C-5CD72E76091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6" name="Freeform 65">
              <a:extLst>
                <a:ext uri="{FF2B5EF4-FFF2-40B4-BE49-F238E27FC236}">
                  <a16:creationId xmlns:a16="http://schemas.microsoft.com/office/drawing/2014/main" id="{FA52EE74-F9BE-524C-BDD0-CD2D80ADBAA6}"/>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7" name="Freeform 66">
              <a:extLst>
                <a:ext uri="{FF2B5EF4-FFF2-40B4-BE49-F238E27FC236}">
                  <a16:creationId xmlns:a16="http://schemas.microsoft.com/office/drawing/2014/main" id="{CBEDE5D4-5500-494D-A1EE-CB749746A46D}"/>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8" name="Freeform 67">
              <a:extLst>
                <a:ext uri="{FF2B5EF4-FFF2-40B4-BE49-F238E27FC236}">
                  <a16:creationId xmlns:a16="http://schemas.microsoft.com/office/drawing/2014/main" id="{3374E4E7-3472-E34E-9607-8FC0F351B613}"/>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9" name="Freeform 68">
              <a:extLst>
                <a:ext uri="{FF2B5EF4-FFF2-40B4-BE49-F238E27FC236}">
                  <a16:creationId xmlns:a16="http://schemas.microsoft.com/office/drawing/2014/main" id="{7A7FB9A9-D903-AB44-8509-AEDFA873CE75}"/>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70" name="Freeform 69">
              <a:extLst>
                <a:ext uri="{FF2B5EF4-FFF2-40B4-BE49-F238E27FC236}">
                  <a16:creationId xmlns:a16="http://schemas.microsoft.com/office/drawing/2014/main" id="{FC28484A-7EDA-F545-869F-81A3A5093258}"/>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ext Placeholder 3">
            <a:extLst>
              <a:ext uri="{FF2B5EF4-FFF2-40B4-BE49-F238E27FC236}">
                <a16:creationId xmlns:a16="http://schemas.microsoft.com/office/drawing/2014/main" id="{4EC5CC60-4AF4-F644-B8B0-4E05C102B845}"/>
              </a:ext>
            </a:extLst>
          </p:cNvPr>
          <p:cNvSpPr>
            <a:spLocks noGrp="1"/>
          </p:cNvSpPr>
          <p:nvPr>
            <p:ph type="body" sz="quarter" idx="12"/>
          </p:nvPr>
        </p:nvSpPr>
        <p:spPr>
          <a:xfrm>
            <a:off x="50483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1BAE55D1-F868-E44A-BDBA-496630A1EDA5}"/>
              </a:ext>
            </a:extLst>
          </p:cNvPr>
          <p:cNvSpPr>
            <a:spLocks noGrp="1"/>
          </p:cNvSpPr>
          <p:nvPr>
            <p:ph type="body" sz="quarter" idx="13"/>
          </p:nvPr>
        </p:nvSpPr>
        <p:spPr>
          <a:xfrm>
            <a:off x="3549338"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5516541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064BF798-CC9D-1541-AE53-488C61F2485D}"/>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47108310-CF70-E041-8559-0BBAF0A3E134}"/>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A038E46F-6542-8F48-8D1E-77199F5A3A3A}"/>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ABC9D15F-1D25-9E4E-B017-768D600F683C}"/>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B0236B60-1C06-F348-8743-A7C0E65DF510}"/>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E1C17EF2-C7D9-9344-BDB1-DDA24E4F190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CCA3B6EB-815A-334B-8E70-FB8652A02710}"/>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27A18704-879D-8744-9C0D-F54620CCA762}"/>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F5E330D9-FE00-A242-BEC0-C973C41E8D0B}"/>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A2D8D6AA-29B1-A049-A99F-0AA28E5F7D7A}"/>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49A31F80-755A-1941-8AA3-AAAA2F4557B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C7694B31-931B-F648-8678-62120664A596}"/>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CBC5FEF1-7BF4-A748-BB3A-66A641499B4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93802D51-B7EE-2847-9135-A91396ADE95E}"/>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0B104E08-0240-0A4C-8DC6-02A087EB8856}"/>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576B74ED-9E8B-1F46-9FE9-A8B1E73E4571}"/>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30EBA72-A689-6944-90E7-3CCAAB129BDE}"/>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8621F305-98E4-E64E-9F5B-71DA3F4C5C35}"/>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1061EFA8-D1BD-1848-B96E-246A948FC007}"/>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8" name="Text Placeholder 3">
            <a:extLst>
              <a:ext uri="{FF2B5EF4-FFF2-40B4-BE49-F238E27FC236}">
                <a16:creationId xmlns:a16="http://schemas.microsoft.com/office/drawing/2014/main" id="{F5506C4E-03D4-BD41-A775-BC177E6071DC}"/>
              </a:ext>
            </a:extLst>
          </p:cNvPr>
          <p:cNvSpPr>
            <a:spLocks noGrp="1"/>
          </p:cNvSpPr>
          <p:nvPr>
            <p:ph type="body" sz="quarter" idx="12"/>
          </p:nvPr>
        </p:nvSpPr>
        <p:spPr>
          <a:xfrm>
            <a:off x="50483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9AFA0A99-C125-9748-B85D-2523356ED05E}"/>
              </a:ext>
            </a:extLst>
          </p:cNvPr>
          <p:cNvSpPr>
            <a:spLocks noGrp="1"/>
          </p:cNvSpPr>
          <p:nvPr>
            <p:ph type="body" sz="quarter" idx="13"/>
          </p:nvPr>
        </p:nvSpPr>
        <p:spPr>
          <a:xfrm>
            <a:off x="3549338"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1953941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Title Slide 3">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746CECC4-0A48-724D-9DE8-9BE917B1CCF3}"/>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19422B8E-4042-CB44-9F86-7E9AD2FC0571}"/>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4EEF6F4E-A015-DF4B-940D-0C781730157B}"/>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33E57ED8-1DDF-334D-BC51-56C7A35A5D58}"/>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A2091A0A-1651-184C-B7E6-735099B4FAB3}"/>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B305946B-C562-4B4E-9AC0-91E41860A4F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FB9DAA7A-7179-D14A-AE50-DEF5D04F4FA9}"/>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BC13DBEE-C770-7041-AFA2-0C237AE02B7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25F55F6D-AE97-BC48-8FF0-AD9F705F70D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98642F33-A329-514A-A85F-671C5B468823}"/>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6D7E342B-147E-9F46-B8ED-31FC0595270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BC4714C2-C589-7440-8B2D-CDE7ECF95AB1}"/>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756C9AE0-AC13-5044-BB09-DE4242EA4E39}"/>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DE12E4C2-A267-0F4B-96D4-B4D8191D7249}"/>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F5F7AF99-A6E7-8E44-B8C3-C6EA336293D4}"/>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BA6B4724-173F-A148-A58A-7BD739179432}"/>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73690B43-7688-2046-B603-45F20CD5DA0C}"/>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A01F9FB1-2BA6-E94F-BB12-01CB2F12C7BC}"/>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AF7DE4F0-2CFA-574F-AAAF-6305AD1421A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5" name="Text Placeholder 3">
            <a:extLst>
              <a:ext uri="{FF2B5EF4-FFF2-40B4-BE49-F238E27FC236}">
                <a16:creationId xmlns:a16="http://schemas.microsoft.com/office/drawing/2014/main" id="{D9636366-842F-6746-91E5-B98A25227510}"/>
              </a:ext>
            </a:extLst>
          </p:cNvPr>
          <p:cNvSpPr>
            <a:spLocks noGrp="1"/>
          </p:cNvSpPr>
          <p:nvPr>
            <p:ph type="body" sz="quarter" idx="12"/>
          </p:nvPr>
        </p:nvSpPr>
        <p:spPr>
          <a:xfrm>
            <a:off x="50483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F1304CE5-D1B1-A34F-B482-6E13A01C7F1B}"/>
              </a:ext>
            </a:extLst>
          </p:cNvPr>
          <p:cNvSpPr>
            <a:spLocks noGrp="1"/>
          </p:cNvSpPr>
          <p:nvPr>
            <p:ph type="body" sz="quarter" idx="13"/>
          </p:nvPr>
        </p:nvSpPr>
        <p:spPr>
          <a:xfrm>
            <a:off x="3549338"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4152304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Cover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pie chart&#10;&#10;Description automatically generated">
            <a:extLst>
              <a:ext uri="{FF2B5EF4-FFF2-40B4-BE49-F238E27FC236}">
                <a16:creationId xmlns:a16="http://schemas.microsoft.com/office/drawing/2014/main" id="{6A3F484B-733E-DD40-9856-D3480EB05B8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Picture 44">
            <a:extLst>
              <a:ext uri="{FF2B5EF4-FFF2-40B4-BE49-F238E27FC236}">
                <a16:creationId xmlns:a16="http://schemas.microsoft.com/office/drawing/2014/main" id="{958F4D21-EEDA-41F1-870B-3790AF38A4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6800" y="2369021"/>
            <a:ext cx="2138400" cy="2334271"/>
          </a:xfrm>
          <a:prstGeom prst="rect">
            <a:avLst/>
          </a:prstGeom>
        </p:spPr>
      </p:pic>
    </p:spTree>
    <p:extLst>
      <p:ext uri="{BB962C8B-B14F-4D97-AF65-F5344CB8AC3E}">
        <p14:creationId xmlns:p14="http://schemas.microsoft.com/office/powerpoint/2010/main" val="31628347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6940F4-4C25-4D67-9351-D7D2C1C1BDA3}"/>
              </a:ext>
            </a:extLst>
          </p:cNvPr>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CFD3E70C-B524-482C-8CA3-D6F041003102}"/>
              </a:ext>
            </a:extLst>
          </p:cNvPr>
          <p:cNvSpPr>
            <a:spLocks noGrp="1"/>
          </p:cNvSpPr>
          <p:nvPr>
            <p:ph type="body" sz="quarter" idx="13"/>
          </p:nvPr>
        </p:nvSpPr>
        <p:spPr>
          <a:xfrm>
            <a:off x="503238" y="2028835"/>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4" name="Text Placeholder 8">
            <a:extLst>
              <a:ext uri="{FF2B5EF4-FFF2-40B4-BE49-F238E27FC236}">
                <a16:creationId xmlns:a16="http://schemas.microsoft.com/office/drawing/2014/main" id="{C137E720-7C19-45D8-93AC-F3C347EBF28C}"/>
              </a:ext>
            </a:extLst>
          </p:cNvPr>
          <p:cNvSpPr>
            <a:spLocks noGrp="1"/>
          </p:cNvSpPr>
          <p:nvPr>
            <p:ph type="body" sz="quarter" idx="14"/>
          </p:nvPr>
        </p:nvSpPr>
        <p:spPr>
          <a:xfrm>
            <a:off x="4374585" y="2028834"/>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5" name="Text Placeholder 8">
            <a:extLst>
              <a:ext uri="{FF2B5EF4-FFF2-40B4-BE49-F238E27FC236}">
                <a16:creationId xmlns:a16="http://schemas.microsoft.com/office/drawing/2014/main" id="{AAE46DAB-D2A9-4816-A4C7-0D70ED515CDD}"/>
              </a:ext>
            </a:extLst>
          </p:cNvPr>
          <p:cNvSpPr>
            <a:spLocks noGrp="1"/>
          </p:cNvSpPr>
          <p:nvPr>
            <p:ph type="body" sz="quarter" idx="15"/>
          </p:nvPr>
        </p:nvSpPr>
        <p:spPr>
          <a:xfrm>
            <a:off x="8244341" y="2028835"/>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A2836D8F-646B-402F-9B80-2A2AE690B7C1}"/>
              </a:ext>
            </a:extLst>
          </p:cNvPr>
          <p:cNvSpPr>
            <a:spLocks noGrp="1"/>
          </p:cNvSpPr>
          <p:nvPr>
            <p:ph type="dt" sz="half" idx="16"/>
          </p:nvPr>
        </p:nvSpPr>
        <p:spPr>
          <a:xfrm>
            <a:off x="5126408" y="6597655"/>
            <a:ext cx="790213" cy="260349"/>
          </a:xfrm>
          <a:prstGeom prst="rect">
            <a:avLst/>
          </a:prstGeom>
        </p:spPr>
        <p:txBody>
          <a:bodyPr/>
          <a:lstStyle/>
          <a:p>
            <a:fld id="{0E26D592-E5DC-44FC-A285-0FE9BAFEA417}" type="datetimeFigureOut">
              <a:rPr lang="en-US" smtClean="0"/>
              <a:t>9/2/2026</a:t>
            </a:fld>
            <a:endParaRPr lang="en-US"/>
          </a:p>
        </p:txBody>
      </p:sp>
      <p:sp>
        <p:nvSpPr>
          <p:cNvPr id="16" name="Footer Placeholder 15">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4270609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6940F4-4C25-4D67-9351-D7D2C1C1BDA3}"/>
              </a:ext>
            </a:extLst>
          </p:cNvPr>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CFD3E70C-B524-482C-8CA3-D6F041003102}"/>
              </a:ext>
            </a:extLst>
          </p:cNvPr>
          <p:cNvSpPr>
            <a:spLocks noGrp="1"/>
          </p:cNvSpPr>
          <p:nvPr>
            <p:ph type="body" sz="quarter" idx="13"/>
          </p:nvPr>
        </p:nvSpPr>
        <p:spPr>
          <a:xfrm>
            <a:off x="503237" y="2028834"/>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4" name="Text Placeholder 8">
            <a:extLst>
              <a:ext uri="{FF2B5EF4-FFF2-40B4-BE49-F238E27FC236}">
                <a16:creationId xmlns:a16="http://schemas.microsoft.com/office/drawing/2014/main" id="{C137E720-7C19-45D8-93AC-F3C347EBF28C}"/>
              </a:ext>
            </a:extLst>
          </p:cNvPr>
          <p:cNvSpPr>
            <a:spLocks noGrp="1"/>
          </p:cNvSpPr>
          <p:nvPr>
            <p:ph type="body" sz="quarter" idx="14"/>
          </p:nvPr>
        </p:nvSpPr>
        <p:spPr>
          <a:xfrm>
            <a:off x="4374585" y="2028833"/>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5" name="Text Placeholder 8">
            <a:extLst>
              <a:ext uri="{FF2B5EF4-FFF2-40B4-BE49-F238E27FC236}">
                <a16:creationId xmlns:a16="http://schemas.microsoft.com/office/drawing/2014/main" id="{AAE46DAB-D2A9-4816-A4C7-0D70ED515CDD}"/>
              </a:ext>
            </a:extLst>
          </p:cNvPr>
          <p:cNvSpPr>
            <a:spLocks noGrp="1"/>
          </p:cNvSpPr>
          <p:nvPr>
            <p:ph type="body" sz="quarter" idx="15"/>
          </p:nvPr>
        </p:nvSpPr>
        <p:spPr>
          <a:xfrm>
            <a:off x="8244341" y="2028834"/>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A2836D8F-646B-402F-9B80-2A2AE690B7C1}"/>
              </a:ext>
            </a:extLst>
          </p:cNvPr>
          <p:cNvSpPr>
            <a:spLocks noGrp="1"/>
          </p:cNvSpPr>
          <p:nvPr>
            <p:ph type="dt" sz="half" idx="16"/>
          </p:nvPr>
        </p:nvSpPr>
        <p:spPr>
          <a:xfrm>
            <a:off x="5126407" y="6597655"/>
            <a:ext cx="790213" cy="260349"/>
          </a:xfrm>
          <a:prstGeom prst="rect">
            <a:avLst/>
          </a:prstGeom>
        </p:spPr>
        <p:txBody>
          <a:bodyPr/>
          <a:lstStyle/>
          <a:p>
            <a:fld id="{1D8BD707-D9CF-40AE-B4C6-C98DA3205C09}" type="datetimeFigureOut">
              <a:rPr lang="en-US" smtClean="0"/>
              <a:pPr/>
              <a:t>9/2/2026</a:t>
            </a:fld>
            <a:endParaRPr lang="en-US"/>
          </a:p>
        </p:txBody>
      </p:sp>
      <p:sp>
        <p:nvSpPr>
          <p:cNvPr id="16" name="Footer Placeholder 15">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16282784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7">
            <a:extLst>
              <a:ext uri="{FF2B5EF4-FFF2-40B4-BE49-F238E27FC236}">
                <a16:creationId xmlns:a16="http://schemas.microsoft.com/office/drawing/2014/main" id="{CCADF828-A606-B144-B40B-41CC623EF845}"/>
              </a:ext>
            </a:extLst>
          </p:cNvPr>
          <p:cNvSpPr>
            <a:spLocks noGrp="1"/>
          </p:cNvSpPr>
          <p:nvPr>
            <p:ph type="ftr" sz="quarter" idx="11"/>
          </p:nvPr>
        </p:nvSpPr>
        <p:spPr>
          <a:xfrm>
            <a:off x="1004480" y="6574833"/>
            <a:ext cx="4406400" cy="260351"/>
          </a:xfrm>
        </p:spPr>
        <p:txBody>
          <a:bodyPr/>
          <a:lstStyle>
            <a:lvl1pPr>
              <a:defRPr sz="675"/>
            </a:lvl1pPr>
          </a:lstStyle>
          <a:p>
            <a:endParaRPr lang="en-US"/>
          </a:p>
        </p:txBody>
      </p:sp>
      <p:sp>
        <p:nvSpPr>
          <p:cNvPr id="9" name="Slide Number Placeholder 8">
            <a:extLst>
              <a:ext uri="{FF2B5EF4-FFF2-40B4-BE49-F238E27FC236}">
                <a16:creationId xmlns:a16="http://schemas.microsoft.com/office/drawing/2014/main" id="{AC2C5185-2FFB-9042-B8D2-9F63941B9E6D}"/>
              </a:ext>
            </a:extLst>
          </p:cNvPr>
          <p:cNvSpPr>
            <a:spLocks noGrp="1"/>
          </p:cNvSpPr>
          <p:nvPr>
            <p:ph type="sldNum" sz="quarter" idx="12"/>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32553607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Blocks o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0A54-5B28-4308-9F4C-A89070E90C6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B02CCA4-3CB8-459B-8F0C-82B1623A942F}"/>
              </a:ext>
            </a:extLst>
          </p:cNvPr>
          <p:cNvSpPr>
            <a:spLocks noGrp="1"/>
          </p:cNvSpPr>
          <p:nvPr>
            <p:ph sz="half" idx="1"/>
          </p:nvPr>
        </p:nvSpPr>
        <p:spPr>
          <a:xfrm>
            <a:off x="504004" y="2028824"/>
            <a:ext cx="5410800" cy="4352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DC9AC-5058-43F9-9D95-42D4C6DCD43E}"/>
              </a:ext>
            </a:extLst>
          </p:cNvPr>
          <p:cNvSpPr>
            <a:spLocks noGrp="1"/>
          </p:cNvSpPr>
          <p:nvPr>
            <p:ph sz="half" idx="2"/>
          </p:nvPr>
        </p:nvSpPr>
        <p:spPr>
          <a:xfrm>
            <a:off x="6275389" y="2028824"/>
            <a:ext cx="5410800" cy="4352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Date Placeholder 7">
            <a:extLst>
              <a:ext uri="{FF2B5EF4-FFF2-40B4-BE49-F238E27FC236}">
                <a16:creationId xmlns:a16="http://schemas.microsoft.com/office/drawing/2014/main" id="{2DBAA558-0E78-C349-9E01-07AEEEEBFDB4}"/>
              </a:ext>
            </a:extLst>
          </p:cNvPr>
          <p:cNvSpPr>
            <a:spLocks noGrp="1"/>
          </p:cNvSpPr>
          <p:nvPr>
            <p:ph type="dt" sz="half" idx="10"/>
          </p:nvPr>
        </p:nvSpPr>
        <p:spPr>
          <a:xfrm>
            <a:off x="5126407" y="6597655"/>
            <a:ext cx="790213" cy="260349"/>
          </a:xfrm>
          <a:prstGeom prst="rect">
            <a:avLst/>
          </a:prstGeom>
        </p:spPr>
        <p:txBody>
          <a:bodyPr/>
          <a:lstStyle/>
          <a:p>
            <a:fld id="{0E26D592-E5DC-44FC-A285-0FE9BAFEA417}" type="datetimeFigureOut">
              <a:rPr lang="en-US" smtClean="0"/>
              <a:t>9/2/2026</a:t>
            </a:fld>
            <a:endParaRPr lang="en-US"/>
          </a:p>
        </p:txBody>
      </p:sp>
      <p:sp>
        <p:nvSpPr>
          <p:cNvPr id="9" name="Footer Placeholder 8">
            <a:extLst>
              <a:ext uri="{FF2B5EF4-FFF2-40B4-BE49-F238E27FC236}">
                <a16:creationId xmlns:a16="http://schemas.microsoft.com/office/drawing/2014/main" id="{6392F214-B197-0F43-85E3-7646D7E6104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618F6384-5879-204E-9BF1-65A3DB0BE6BA}"/>
              </a:ext>
            </a:extLst>
          </p:cNvPr>
          <p:cNvSpPr>
            <a:spLocks noGrp="1"/>
          </p:cNvSpPr>
          <p:nvPr>
            <p:ph type="sldNum" sz="quarter" idx="12"/>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22885046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Blocks of Content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0A54-5B28-4308-9F4C-A89070E90C66}"/>
              </a:ext>
            </a:extLst>
          </p:cNvPr>
          <p:cNvSpPr>
            <a:spLocks noGrp="1"/>
          </p:cNvSpPr>
          <p:nvPr>
            <p:ph type="title" hasCustomPrompt="1"/>
          </p:nvPr>
        </p:nvSpPr>
        <p:spPr/>
        <p:txBody>
          <a:bodyPr/>
          <a:lstStyle/>
          <a:p>
            <a:r>
              <a:rPr lang="en-GB"/>
              <a:t>Click to </a:t>
            </a:r>
            <a:br>
              <a:rPr lang="en-GB"/>
            </a:br>
            <a:r>
              <a:rPr lang="en-GB"/>
              <a:t>edit Master title style</a:t>
            </a:r>
          </a:p>
        </p:txBody>
      </p:sp>
      <p:sp>
        <p:nvSpPr>
          <p:cNvPr id="3" name="Content Placeholder 2">
            <a:extLst>
              <a:ext uri="{FF2B5EF4-FFF2-40B4-BE49-F238E27FC236}">
                <a16:creationId xmlns:a16="http://schemas.microsoft.com/office/drawing/2014/main" id="{0B02CCA4-3CB8-459B-8F0C-82B1623A942F}"/>
              </a:ext>
            </a:extLst>
          </p:cNvPr>
          <p:cNvSpPr>
            <a:spLocks noGrp="1"/>
          </p:cNvSpPr>
          <p:nvPr>
            <p:ph sz="half" idx="1"/>
          </p:nvPr>
        </p:nvSpPr>
        <p:spPr>
          <a:xfrm>
            <a:off x="504000"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DC9AC-5058-43F9-9D95-42D4C6DCD43E}"/>
              </a:ext>
            </a:extLst>
          </p:cNvPr>
          <p:cNvSpPr>
            <a:spLocks noGrp="1"/>
          </p:cNvSpPr>
          <p:nvPr>
            <p:ph sz="half" idx="2"/>
          </p:nvPr>
        </p:nvSpPr>
        <p:spPr>
          <a:xfrm>
            <a:off x="4404000"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3">
            <a:extLst>
              <a:ext uri="{FF2B5EF4-FFF2-40B4-BE49-F238E27FC236}">
                <a16:creationId xmlns:a16="http://schemas.microsoft.com/office/drawing/2014/main" id="{49180339-D40B-3C49-9210-4319F4484A6D}"/>
              </a:ext>
            </a:extLst>
          </p:cNvPr>
          <p:cNvSpPr>
            <a:spLocks noGrp="1"/>
          </p:cNvSpPr>
          <p:nvPr>
            <p:ph sz="half" idx="13"/>
          </p:nvPr>
        </p:nvSpPr>
        <p:spPr>
          <a:xfrm>
            <a:off x="8295325"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6C76187D-BF9E-C24D-AE49-F93C909EFA87}"/>
              </a:ext>
            </a:extLst>
          </p:cNvPr>
          <p:cNvSpPr>
            <a:spLocks noGrp="1"/>
          </p:cNvSpPr>
          <p:nvPr>
            <p:ph type="body" sz="quarter" idx="14"/>
          </p:nvPr>
        </p:nvSpPr>
        <p:spPr>
          <a:xfrm>
            <a:off x="504827" y="2028826"/>
            <a:ext cx="11182350" cy="442526"/>
          </a:xfrm>
        </p:spPr>
        <p:txBody>
          <a:bodyPr/>
          <a:lstStyle>
            <a:lvl1pPr>
              <a:defRPr sz="1275" b="1" i="0">
                <a:latin typeface="+mn-lt"/>
                <a:cs typeface="Gotham-Medium" pitchFamily="2" charset="0"/>
              </a:defRPr>
            </a:lvl1pPr>
            <a:lvl2pPr>
              <a:defRPr sz="1125"/>
            </a:lvl2pPr>
            <a:lvl3pPr>
              <a:defRPr sz="1125"/>
            </a:lvl3pPr>
            <a:lvl4pPr>
              <a:defRPr sz="1125"/>
            </a:lvl4pPr>
            <a:lvl5pPr>
              <a:defRPr sz="1125"/>
            </a:lvl5pPr>
          </a:lstStyle>
          <a:p>
            <a:pPr lvl="0"/>
            <a:r>
              <a:rPr lang="en-US"/>
              <a:t>Click to edit Master text styles</a:t>
            </a:r>
          </a:p>
        </p:txBody>
      </p:sp>
      <p:sp>
        <p:nvSpPr>
          <p:cNvPr id="11" name="Date Placeholder 10">
            <a:extLst>
              <a:ext uri="{FF2B5EF4-FFF2-40B4-BE49-F238E27FC236}">
                <a16:creationId xmlns:a16="http://schemas.microsoft.com/office/drawing/2014/main" id="{78CADE54-A192-C146-97A9-D92CB40BA643}"/>
              </a:ext>
            </a:extLst>
          </p:cNvPr>
          <p:cNvSpPr>
            <a:spLocks noGrp="1"/>
          </p:cNvSpPr>
          <p:nvPr>
            <p:ph type="dt" sz="half" idx="15"/>
          </p:nvPr>
        </p:nvSpPr>
        <p:spPr>
          <a:xfrm>
            <a:off x="5126407" y="6597655"/>
            <a:ext cx="790213" cy="260349"/>
          </a:xfrm>
          <a:prstGeom prst="rect">
            <a:avLst/>
          </a:prstGeom>
        </p:spPr>
        <p:txBody>
          <a:bodyPr/>
          <a:lstStyle/>
          <a:p>
            <a:fld id="{0E26D592-E5DC-44FC-A285-0FE9BAFEA417}" type="datetimeFigureOut">
              <a:rPr lang="en-US" smtClean="0"/>
              <a:t>9/2/2026</a:t>
            </a:fld>
            <a:endParaRPr lang="en-US"/>
          </a:p>
        </p:txBody>
      </p:sp>
      <p:sp>
        <p:nvSpPr>
          <p:cNvPr id="12" name="Footer Placeholder 11">
            <a:extLst>
              <a:ext uri="{FF2B5EF4-FFF2-40B4-BE49-F238E27FC236}">
                <a16:creationId xmlns:a16="http://schemas.microsoft.com/office/drawing/2014/main" id="{2A1076F2-5931-524E-A720-A0AA49C46A54}"/>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CDD5FDB5-FE92-EB4E-8AF2-9AA1BD15901B}"/>
              </a:ext>
            </a:extLst>
          </p:cNvPr>
          <p:cNvSpPr>
            <a:spLocks noGrp="1"/>
          </p:cNvSpPr>
          <p:nvPr>
            <p:ph type="sldNum" sz="quarter" idx="17"/>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17196623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1" y="550800"/>
            <a:ext cx="11183175" cy="11874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504825" y="2026807"/>
            <a:ext cx="4140000" cy="4354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77576" y="2028832"/>
            <a:ext cx="6609600" cy="4352924"/>
          </a:xfrm>
          <a:solidFill>
            <a:schemeClr val="bg1">
              <a:lumMod val="85000"/>
            </a:schemeClr>
          </a:solidFill>
        </p:spPr>
        <p:txBody>
          <a:bodyPr/>
          <a:lstStyle/>
          <a:p>
            <a:r>
              <a:rPr lang="en-US"/>
              <a:t>Click icon to add picture</a:t>
            </a:r>
            <a:endParaRPr lang="en-GB"/>
          </a:p>
        </p:txBody>
      </p:sp>
      <p:sp>
        <p:nvSpPr>
          <p:cNvPr id="8" name="Date Placeholder 7">
            <a:extLst>
              <a:ext uri="{FF2B5EF4-FFF2-40B4-BE49-F238E27FC236}">
                <a16:creationId xmlns:a16="http://schemas.microsoft.com/office/drawing/2014/main" id="{2D6CA709-9FB5-6845-95C1-FC8B4536BEEC}"/>
              </a:ext>
            </a:extLst>
          </p:cNvPr>
          <p:cNvSpPr>
            <a:spLocks noGrp="1"/>
          </p:cNvSpPr>
          <p:nvPr>
            <p:ph type="dt" sz="half" idx="14"/>
          </p:nvPr>
        </p:nvSpPr>
        <p:spPr>
          <a:xfrm>
            <a:off x="5126407" y="6597655"/>
            <a:ext cx="790213" cy="260349"/>
          </a:xfrm>
          <a:prstGeom prst="rect">
            <a:avLst/>
          </a:prstGeom>
        </p:spPr>
        <p:txBody>
          <a:bodyPr/>
          <a:lstStyle/>
          <a:p>
            <a:fld id="{0E26D592-E5DC-44FC-A285-0FE9BAFEA417}" type="datetimeFigureOut">
              <a:rPr lang="en-US" smtClean="0"/>
              <a:t>9/2/2026</a:t>
            </a:fld>
            <a:endParaRPr lang="en-US"/>
          </a:p>
        </p:txBody>
      </p:sp>
      <p:sp>
        <p:nvSpPr>
          <p:cNvPr id="9" name="Footer Placeholder 8">
            <a:extLst>
              <a:ext uri="{FF2B5EF4-FFF2-40B4-BE49-F238E27FC236}">
                <a16:creationId xmlns:a16="http://schemas.microsoft.com/office/drawing/2014/main" id="{73CF6AB0-3DB5-ED4F-A1C3-2AF73A378427}"/>
              </a:ext>
            </a:extLst>
          </p:cNvPr>
          <p:cNvSpPr>
            <a:spLocks noGrp="1"/>
          </p:cNvSpPr>
          <p:nvPr>
            <p:ph type="ftr" sz="quarter" idx="15"/>
          </p:nvPr>
        </p:nvSpPr>
        <p:spPr/>
        <p:txBody>
          <a:bodyPr/>
          <a:lstStyle/>
          <a:p>
            <a:endParaRPr lang="en-US"/>
          </a:p>
        </p:txBody>
      </p:sp>
      <p:sp>
        <p:nvSpPr>
          <p:cNvPr id="10" name="Slide Number Placeholder 9">
            <a:extLst>
              <a:ext uri="{FF2B5EF4-FFF2-40B4-BE49-F238E27FC236}">
                <a16:creationId xmlns:a16="http://schemas.microsoft.com/office/drawing/2014/main" id="{9CB336D1-9CBF-9B4C-A6D6-8FBC5CB36FEC}"/>
              </a:ext>
            </a:extLst>
          </p:cNvPr>
          <p:cNvSpPr>
            <a:spLocks noGrp="1"/>
          </p:cNvSpPr>
          <p:nvPr>
            <p:ph type="sldNum" sz="quarter" idx="16"/>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32462351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1" y="550800"/>
            <a:ext cx="11183175" cy="11874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504825" y="2026801"/>
            <a:ext cx="414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2028826"/>
            <a:ext cx="3240000" cy="2124000"/>
          </a:xfr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6D7E614C-60AC-6F42-A716-A5BA95111F5C}"/>
              </a:ext>
            </a:extLst>
          </p:cNvPr>
          <p:cNvSpPr>
            <a:spLocks noGrp="1"/>
          </p:cNvSpPr>
          <p:nvPr>
            <p:ph type="pic" sz="quarter" idx="14"/>
          </p:nvPr>
        </p:nvSpPr>
        <p:spPr>
          <a:xfrm>
            <a:off x="8439324" y="2028826"/>
            <a:ext cx="3240000" cy="2124000"/>
          </a:xfr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81CF12D5-ACD0-964B-8F86-2EC87E6AD044}"/>
              </a:ext>
            </a:extLst>
          </p:cNvPr>
          <p:cNvSpPr>
            <a:spLocks noGrp="1"/>
          </p:cNvSpPr>
          <p:nvPr>
            <p:ph type="pic" sz="quarter" idx="15"/>
          </p:nvPr>
        </p:nvSpPr>
        <p:spPr>
          <a:xfrm>
            <a:off x="5077575" y="4257750"/>
            <a:ext cx="3240000" cy="2124000"/>
          </a:xfrm>
          <a:solidFill>
            <a:schemeClr val="bg1">
              <a:lumMod val="85000"/>
            </a:schemeClr>
          </a:solidFill>
        </p:spPr>
        <p:txBody>
          <a:bodyPr/>
          <a:lstStyle/>
          <a:p>
            <a:r>
              <a:rPr lang="en-US"/>
              <a:t>Click icon to add picture</a:t>
            </a:r>
            <a:endParaRPr lang="en-GB"/>
          </a:p>
        </p:txBody>
      </p:sp>
      <p:sp>
        <p:nvSpPr>
          <p:cNvPr id="10" name="Picture Placeholder 6">
            <a:extLst>
              <a:ext uri="{FF2B5EF4-FFF2-40B4-BE49-F238E27FC236}">
                <a16:creationId xmlns:a16="http://schemas.microsoft.com/office/drawing/2014/main" id="{58187A2F-D967-034D-8415-3B08E9F0D4D5}"/>
              </a:ext>
            </a:extLst>
          </p:cNvPr>
          <p:cNvSpPr>
            <a:spLocks noGrp="1"/>
          </p:cNvSpPr>
          <p:nvPr>
            <p:ph type="pic" sz="quarter" idx="16"/>
          </p:nvPr>
        </p:nvSpPr>
        <p:spPr>
          <a:xfrm>
            <a:off x="8439324" y="4257750"/>
            <a:ext cx="3240000" cy="2124000"/>
          </a:xfrm>
          <a:solidFill>
            <a:schemeClr val="bg1">
              <a:lumMod val="85000"/>
            </a:schemeClr>
          </a:solidFill>
        </p:spPr>
        <p:txBody>
          <a:bodyPr/>
          <a:lstStyle/>
          <a:p>
            <a:r>
              <a:rPr lang="en-US"/>
              <a:t>Click icon to add picture</a:t>
            </a:r>
            <a:endParaRPr lang="en-GB"/>
          </a:p>
        </p:txBody>
      </p:sp>
      <p:sp>
        <p:nvSpPr>
          <p:cNvPr id="11" name="Date Placeholder 10">
            <a:extLst>
              <a:ext uri="{FF2B5EF4-FFF2-40B4-BE49-F238E27FC236}">
                <a16:creationId xmlns:a16="http://schemas.microsoft.com/office/drawing/2014/main" id="{F77ECADA-054B-264C-AE18-329A92B8B773}"/>
              </a:ext>
            </a:extLst>
          </p:cNvPr>
          <p:cNvSpPr>
            <a:spLocks noGrp="1"/>
          </p:cNvSpPr>
          <p:nvPr>
            <p:ph type="dt" sz="half" idx="17"/>
          </p:nvPr>
        </p:nvSpPr>
        <p:spPr>
          <a:xfrm>
            <a:off x="5126407" y="6597655"/>
            <a:ext cx="790213" cy="260349"/>
          </a:xfrm>
          <a:prstGeom prst="rect">
            <a:avLst/>
          </a:prstGeom>
        </p:spPr>
        <p:txBody>
          <a:bodyPr/>
          <a:lstStyle/>
          <a:p>
            <a:fld id="{0E26D592-E5DC-44FC-A285-0FE9BAFEA417}" type="datetimeFigureOut">
              <a:rPr lang="en-US" smtClean="0"/>
              <a:t>9/2/2026</a:t>
            </a:fld>
            <a:endParaRPr lang="en-US"/>
          </a:p>
        </p:txBody>
      </p:sp>
      <p:sp>
        <p:nvSpPr>
          <p:cNvPr id="12" name="Footer Placeholder 11">
            <a:extLst>
              <a:ext uri="{FF2B5EF4-FFF2-40B4-BE49-F238E27FC236}">
                <a16:creationId xmlns:a16="http://schemas.microsoft.com/office/drawing/2014/main" id="{8CD7C49F-98DB-F94A-B6E9-6542542CE1BB}"/>
              </a:ext>
            </a:extLst>
          </p:cNvPr>
          <p:cNvSpPr>
            <a:spLocks noGrp="1"/>
          </p:cNvSpPr>
          <p:nvPr>
            <p:ph type="ftr" sz="quarter" idx="18"/>
          </p:nvPr>
        </p:nvSpPr>
        <p:spPr/>
        <p:txBody>
          <a:bodyPr/>
          <a:lstStyle/>
          <a:p>
            <a:endParaRPr lang="en-US"/>
          </a:p>
        </p:txBody>
      </p:sp>
      <p:sp>
        <p:nvSpPr>
          <p:cNvPr id="13" name="Slide Number Placeholder 12">
            <a:extLst>
              <a:ext uri="{FF2B5EF4-FFF2-40B4-BE49-F238E27FC236}">
                <a16:creationId xmlns:a16="http://schemas.microsoft.com/office/drawing/2014/main" id="{E4DEF5FD-5669-B743-A3ED-77D68220ED7E}"/>
              </a:ext>
            </a:extLst>
          </p:cNvPr>
          <p:cNvSpPr>
            <a:spLocks noGrp="1"/>
          </p:cNvSpPr>
          <p:nvPr>
            <p:ph type="sldNum" sz="quarter" idx="19"/>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8116710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2" y="550800"/>
            <a:ext cx="11183175" cy="1187450"/>
          </a:xfrm>
        </p:spPr>
        <p:txBody>
          <a:bodyPr/>
          <a:lstStyle/>
          <a:p>
            <a:r>
              <a:rPr lang="en-US"/>
              <a:t>Click to edit Master title style</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4004" y="2040925"/>
            <a:ext cx="3301200" cy="2548800"/>
          </a:xfr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7A529A3E-FB3D-DF4A-A2F9-E775C7360C50}"/>
              </a:ext>
            </a:extLst>
          </p:cNvPr>
          <p:cNvSpPr>
            <a:spLocks noGrp="1"/>
          </p:cNvSpPr>
          <p:nvPr>
            <p:ph type="pic" sz="quarter" idx="15"/>
          </p:nvPr>
        </p:nvSpPr>
        <p:spPr>
          <a:xfrm>
            <a:off x="4445407" y="2034875"/>
            <a:ext cx="3301200" cy="2548800"/>
          </a:xfr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E8E75C81-FAFA-444F-AFA7-F038111B6D4C}"/>
              </a:ext>
            </a:extLst>
          </p:cNvPr>
          <p:cNvSpPr>
            <a:spLocks noGrp="1"/>
          </p:cNvSpPr>
          <p:nvPr>
            <p:ph type="pic" sz="quarter" idx="17"/>
          </p:nvPr>
        </p:nvSpPr>
        <p:spPr>
          <a:xfrm>
            <a:off x="8378126" y="2028825"/>
            <a:ext cx="3301200" cy="2548800"/>
          </a:xfrm>
          <a:solidFill>
            <a:schemeClr val="bg1">
              <a:lumMod val="85000"/>
            </a:schemeClr>
          </a:solidFill>
        </p:spPr>
        <p:txBody>
          <a:bodyPr/>
          <a:lstStyle/>
          <a:p>
            <a:r>
              <a:rPr lang="en-US"/>
              <a:t>Click icon to add picture</a:t>
            </a:r>
            <a:endParaRPr lang="en-GB"/>
          </a:p>
        </p:txBody>
      </p:sp>
      <p:sp>
        <p:nvSpPr>
          <p:cNvPr id="15" name="Date Placeholder 14">
            <a:extLst>
              <a:ext uri="{FF2B5EF4-FFF2-40B4-BE49-F238E27FC236}">
                <a16:creationId xmlns:a16="http://schemas.microsoft.com/office/drawing/2014/main" id="{E46A8604-D063-734E-A923-17DCF3C818E6}"/>
              </a:ext>
            </a:extLst>
          </p:cNvPr>
          <p:cNvSpPr>
            <a:spLocks noGrp="1"/>
          </p:cNvSpPr>
          <p:nvPr>
            <p:ph type="dt" sz="half" idx="18"/>
          </p:nvPr>
        </p:nvSpPr>
        <p:spPr>
          <a:xfrm>
            <a:off x="5126408" y="6597655"/>
            <a:ext cx="790213" cy="260349"/>
          </a:xfrm>
          <a:prstGeom prst="rect">
            <a:avLst/>
          </a:prstGeom>
        </p:spPr>
        <p:txBody>
          <a:bodyPr/>
          <a:lstStyle/>
          <a:p>
            <a:fld id="{0E26D592-E5DC-44FC-A285-0FE9BAFEA417}" type="datetimeFigureOut">
              <a:rPr lang="en-US" smtClean="0"/>
              <a:t>9/2/2026</a:t>
            </a:fld>
            <a:endParaRPr lang="en-US"/>
          </a:p>
        </p:txBody>
      </p:sp>
      <p:sp>
        <p:nvSpPr>
          <p:cNvPr id="16" name="Footer Placeholder 15">
            <a:extLst>
              <a:ext uri="{FF2B5EF4-FFF2-40B4-BE49-F238E27FC236}">
                <a16:creationId xmlns:a16="http://schemas.microsoft.com/office/drawing/2014/main" id="{69F76947-C27A-3A46-9553-566EDCC43B36}"/>
              </a:ext>
            </a:extLst>
          </p:cNvPr>
          <p:cNvSpPr>
            <a:spLocks noGrp="1"/>
          </p:cNvSpPr>
          <p:nvPr>
            <p:ph type="ftr" sz="quarter" idx="19"/>
          </p:nvPr>
        </p:nvSpPr>
        <p:spPr/>
        <p:txBody>
          <a:bodyPr/>
          <a:lstStyle/>
          <a:p>
            <a:endParaRPr lang="en-US"/>
          </a:p>
        </p:txBody>
      </p:sp>
      <p:sp>
        <p:nvSpPr>
          <p:cNvPr id="17" name="Slide Number Placeholder 16">
            <a:extLst>
              <a:ext uri="{FF2B5EF4-FFF2-40B4-BE49-F238E27FC236}">
                <a16:creationId xmlns:a16="http://schemas.microsoft.com/office/drawing/2014/main" id="{13C599AC-D93A-1A40-B4F9-D368AFB6527E}"/>
              </a:ext>
            </a:extLst>
          </p:cNvPr>
          <p:cNvSpPr>
            <a:spLocks noGrp="1"/>
          </p:cNvSpPr>
          <p:nvPr>
            <p:ph type="sldNum" sz="quarter" idx="20"/>
          </p:nvPr>
        </p:nvSpPr>
        <p:spPr/>
        <p:txBody>
          <a:bodyPr/>
          <a:lstStyle/>
          <a:p>
            <a:fld id="{2307AE95-01D6-49AE-908A-619C1EB0E250}" type="slidenum">
              <a:rPr lang="en-US" smtClean="0"/>
              <a:t>‹#›</a:t>
            </a:fld>
            <a:endParaRPr lang="en-US"/>
          </a:p>
        </p:txBody>
      </p:sp>
      <p:sp>
        <p:nvSpPr>
          <p:cNvPr id="21" name="Content Placeholder 2">
            <a:extLst>
              <a:ext uri="{FF2B5EF4-FFF2-40B4-BE49-F238E27FC236}">
                <a16:creationId xmlns:a16="http://schemas.microsoft.com/office/drawing/2014/main" id="{AF30AE00-BBC7-4641-A388-21B7636095A6}"/>
              </a:ext>
            </a:extLst>
          </p:cNvPr>
          <p:cNvSpPr>
            <a:spLocks noGrp="1"/>
          </p:cNvSpPr>
          <p:nvPr>
            <p:ph idx="1"/>
          </p:nvPr>
        </p:nvSpPr>
        <p:spPr>
          <a:xfrm>
            <a:off x="504828" y="4872832"/>
            <a:ext cx="3309051" cy="1508924"/>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2">
            <a:extLst>
              <a:ext uri="{FF2B5EF4-FFF2-40B4-BE49-F238E27FC236}">
                <a16:creationId xmlns:a16="http://schemas.microsoft.com/office/drawing/2014/main" id="{E3C5B76E-67E4-B441-A2EB-FE142C3E56CB}"/>
              </a:ext>
            </a:extLst>
          </p:cNvPr>
          <p:cNvSpPr>
            <a:spLocks noGrp="1"/>
          </p:cNvSpPr>
          <p:nvPr>
            <p:ph idx="14"/>
          </p:nvPr>
        </p:nvSpPr>
        <p:spPr>
          <a:xfrm>
            <a:off x="4437552" y="4866023"/>
            <a:ext cx="3309051" cy="1515728"/>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Content Placeholder 2">
            <a:extLst>
              <a:ext uri="{FF2B5EF4-FFF2-40B4-BE49-F238E27FC236}">
                <a16:creationId xmlns:a16="http://schemas.microsoft.com/office/drawing/2014/main" id="{9924B702-C920-CC4C-AB9B-E5241B2248FA}"/>
              </a:ext>
            </a:extLst>
          </p:cNvPr>
          <p:cNvSpPr>
            <a:spLocks noGrp="1"/>
          </p:cNvSpPr>
          <p:nvPr>
            <p:ph idx="16"/>
          </p:nvPr>
        </p:nvSpPr>
        <p:spPr>
          <a:xfrm>
            <a:off x="8370272" y="4859224"/>
            <a:ext cx="3309051" cy="1522532"/>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421997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126D46-BC5D-46ED-8980-6E82FDD288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0" y="0"/>
            <a:ext cx="12189630" cy="6858000"/>
          </a:xfrm>
          <a:prstGeom prst="rect">
            <a:avLst/>
          </a:prstGeom>
        </p:spPr>
      </p:pic>
      <p:sp>
        <p:nvSpPr>
          <p:cNvPr id="2" name="Title 1">
            <a:extLst>
              <a:ext uri="{FF2B5EF4-FFF2-40B4-BE49-F238E27FC236}">
                <a16:creationId xmlns:a16="http://schemas.microsoft.com/office/drawing/2014/main" id="{C4443FCA-9294-41A7-A9C0-27EAD67AF2F9}"/>
              </a:ext>
            </a:extLst>
          </p:cNvPr>
          <p:cNvSpPr>
            <a:spLocks noGrp="1"/>
          </p:cNvSpPr>
          <p:nvPr>
            <p:ph type="title"/>
          </p:nvPr>
        </p:nvSpPr>
        <p:spPr>
          <a:xfrm>
            <a:off x="504825" y="549279"/>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0486391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CA24D-5DF8-48B0-AB39-60E2BA9FD5F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7703DDDC-291A-3043-A7B8-C2944D8C2F1F}"/>
              </a:ext>
            </a:extLst>
          </p:cNvPr>
          <p:cNvSpPr>
            <a:spLocks noGrp="1"/>
          </p:cNvSpPr>
          <p:nvPr>
            <p:ph type="title"/>
          </p:nvPr>
        </p:nvSpPr>
        <p:spPr>
          <a:xfrm>
            <a:off x="504825" y="549279"/>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5866070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A5400D-7B89-4AEF-AD2F-C4EC4B24DD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3CADD10B-5351-EC45-9D04-9E2F2AED4960}"/>
              </a:ext>
            </a:extLst>
          </p:cNvPr>
          <p:cNvSpPr>
            <a:spLocks noGrp="1"/>
          </p:cNvSpPr>
          <p:nvPr>
            <p:ph type="title"/>
          </p:nvPr>
        </p:nvSpPr>
        <p:spPr>
          <a:xfrm>
            <a:off x="504825" y="549279"/>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923556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126D46-BC5D-46ED-8980-6E82FDD28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 y="0"/>
            <a:ext cx="12189630" cy="6858000"/>
          </a:xfrm>
          <a:prstGeom prst="rect">
            <a:avLst/>
          </a:prstGeom>
        </p:spPr>
      </p:pic>
      <p:sp>
        <p:nvSpPr>
          <p:cNvPr id="2" name="Title 1">
            <a:extLst>
              <a:ext uri="{FF2B5EF4-FFF2-40B4-BE49-F238E27FC236}">
                <a16:creationId xmlns:a16="http://schemas.microsoft.com/office/drawing/2014/main" id="{C4443FCA-9294-41A7-A9C0-27EAD67AF2F9}"/>
              </a:ext>
            </a:extLst>
          </p:cNvPr>
          <p:cNvSpPr>
            <a:spLocks noGrp="1"/>
          </p:cNvSpPr>
          <p:nvPr>
            <p:ph type="title"/>
          </p:nvPr>
        </p:nvSpPr>
        <p:spPr>
          <a:xfrm>
            <a:off x="504825" y="549279"/>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3762089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Section Header 2">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CA24D-5DF8-48B0-AB39-60E2BA9FD5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7703DDDC-291A-3043-A7B8-C2944D8C2F1F}"/>
              </a:ext>
            </a:extLst>
          </p:cNvPr>
          <p:cNvSpPr>
            <a:spLocks noGrp="1"/>
          </p:cNvSpPr>
          <p:nvPr>
            <p:ph type="title"/>
          </p:nvPr>
        </p:nvSpPr>
        <p:spPr>
          <a:xfrm>
            <a:off x="504825" y="549279"/>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8429693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Section Header 3">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A5400D-7B89-4AEF-AD2F-C4EC4B24D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3CADD10B-5351-EC45-9D04-9E2F2AED4960}"/>
              </a:ext>
            </a:extLst>
          </p:cNvPr>
          <p:cNvSpPr>
            <a:spLocks noGrp="1"/>
          </p:cNvSpPr>
          <p:nvPr>
            <p:ph type="title"/>
          </p:nvPr>
        </p:nvSpPr>
        <p:spPr>
          <a:xfrm>
            <a:off x="504825" y="549279"/>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40656622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6" name="Date Placeholder 5">
            <a:extLst>
              <a:ext uri="{FF2B5EF4-FFF2-40B4-BE49-F238E27FC236}">
                <a16:creationId xmlns:a16="http://schemas.microsoft.com/office/drawing/2014/main" id="{BAB7DA8D-25AF-774D-BDBF-FFABEF37DF62}"/>
              </a:ext>
            </a:extLst>
          </p:cNvPr>
          <p:cNvSpPr>
            <a:spLocks noGrp="1"/>
          </p:cNvSpPr>
          <p:nvPr>
            <p:ph type="dt" sz="half" idx="10"/>
          </p:nvPr>
        </p:nvSpPr>
        <p:spPr>
          <a:xfrm>
            <a:off x="5126407" y="6597655"/>
            <a:ext cx="790213" cy="260349"/>
          </a:xfrm>
          <a:prstGeom prst="rect">
            <a:avLst/>
          </a:prstGeom>
        </p:spPr>
        <p:txBody>
          <a:bodyPr/>
          <a:lstStyle/>
          <a:p>
            <a:fld id="{0E26D592-E5DC-44FC-A285-0FE9BAFEA417}" type="datetimeFigureOut">
              <a:rPr lang="en-US" smtClean="0"/>
              <a:t>9/2/2026</a:t>
            </a:fld>
            <a:endParaRPr lang="en-US"/>
          </a:p>
        </p:txBody>
      </p:sp>
      <p:sp>
        <p:nvSpPr>
          <p:cNvPr id="7" name="Footer Placeholder 6">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3597312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60E09F45-A703-9F41-A7AC-D760BBC32423}"/>
              </a:ext>
            </a:extLst>
          </p:cNvPr>
          <p:cNvSpPr>
            <a:spLocks noGrp="1"/>
          </p:cNvSpPr>
          <p:nvPr>
            <p:ph type="dt" sz="half" idx="10"/>
          </p:nvPr>
        </p:nvSpPr>
        <p:spPr>
          <a:xfrm>
            <a:off x="5126407" y="6597655"/>
            <a:ext cx="790213" cy="260349"/>
          </a:xfrm>
          <a:prstGeom prst="rect">
            <a:avLst/>
          </a:prstGeom>
        </p:spPr>
        <p:txBody>
          <a:bodyPr/>
          <a:lstStyle/>
          <a:p>
            <a:fld id="{0E26D592-E5DC-44FC-A285-0FE9BAFEA417}" type="datetimeFigureOut">
              <a:rPr lang="en-US" smtClean="0"/>
              <a:t>9/2/2026</a:t>
            </a:fld>
            <a:endParaRPr lang="en-US"/>
          </a:p>
        </p:txBody>
      </p:sp>
      <p:sp>
        <p:nvSpPr>
          <p:cNvPr id="6" name="Footer Placeholder 5">
            <a:extLst>
              <a:ext uri="{FF2B5EF4-FFF2-40B4-BE49-F238E27FC236}">
                <a16:creationId xmlns:a16="http://schemas.microsoft.com/office/drawing/2014/main" id="{C2270D36-A2C7-154C-9135-54D930ABCB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40C9F8-AC3E-7D46-97A2-EA339B41671B}"/>
              </a:ext>
            </a:extLst>
          </p:cNvPr>
          <p:cNvSpPr>
            <a:spLocks noGrp="1"/>
          </p:cNvSpPr>
          <p:nvPr>
            <p:ph type="sldNum" sz="quarter" idx="12"/>
          </p:nvPr>
        </p:nvSpPr>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2222694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cxnSp>
        <p:nvCxnSpPr>
          <p:cNvPr id="21" name="Straight Connector 20"/>
          <p:cNvCxnSpPr/>
          <p:nvPr/>
        </p:nvCxnSpPr>
        <p:spPr>
          <a:xfrm>
            <a:off x="508002" y="6357591"/>
            <a:ext cx="11277600" cy="0"/>
          </a:xfrm>
          <a:prstGeom prst="line">
            <a:avLst/>
          </a:prstGeom>
          <a:ln w="6350">
            <a:solidFill>
              <a:srgbClr val="C9CAC8"/>
            </a:solidFill>
            <a:prstDash val="solid"/>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hasCustomPrompt="1"/>
          </p:nvPr>
        </p:nvSpPr>
        <p:spPr>
          <a:xfrm>
            <a:off x="406401" y="-18469"/>
            <a:ext cx="11176001" cy="780471"/>
          </a:xfrm>
          <a:prstGeom prst="rect">
            <a:avLst/>
          </a:prstGeom>
        </p:spPr>
        <p:txBody>
          <a:bodyPr bIns="0" anchor="b" anchorCtr="0">
            <a:noAutofit/>
          </a:bodyPr>
          <a:lstStyle>
            <a:lvl1pPr algn="l">
              <a:lnSpc>
                <a:spcPts val="2100"/>
              </a:lnSpc>
              <a:spcAft>
                <a:spcPts val="0"/>
              </a:spcAft>
              <a:defRPr sz="2100" b="0" baseline="0">
                <a:solidFill>
                  <a:srgbClr val="000000"/>
                </a:solidFill>
                <a:latin typeface="Arial" pitchFamily="34" charset="0"/>
                <a:cs typeface="Arial" pitchFamily="34" charset="0"/>
              </a:defRPr>
            </a:lvl1pPr>
          </a:lstStyle>
          <a:p>
            <a:r>
              <a:rPr lang="en-US"/>
              <a:t>Headline (28 pt, Arial) </a:t>
            </a:r>
            <a:br>
              <a:rPr lang="en-US"/>
            </a:br>
            <a:r>
              <a:rPr lang="en-US"/>
              <a:t>(headline can wrap)</a:t>
            </a:r>
          </a:p>
        </p:txBody>
      </p:sp>
      <p:sp>
        <p:nvSpPr>
          <p:cNvPr id="13" name="Slide Number Placeholder 5">
            <a:extLst>
              <a:ext uri="{FF2B5EF4-FFF2-40B4-BE49-F238E27FC236}">
                <a16:creationId xmlns:a16="http://schemas.microsoft.com/office/drawing/2014/main" id="{717B8F22-75CC-6744-9FFA-54DE8F643DE9}"/>
              </a:ext>
            </a:extLst>
          </p:cNvPr>
          <p:cNvSpPr>
            <a:spLocks noGrp="1"/>
          </p:cNvSpPr>
          <p:nvPr>
            <p:ph type="sldNum" sz="quarter" idx="13"/>
          </p:nvPr>
        </p:nvSpPr>
        <p:spPr>
          <a:xfrm>
            <a:off x="10972800" y="6406831"/>
            <a:ext cx="812800" cy="259080"/>
          </a:xfrm>
          <a:prstGeom prst="rect">
            <a:avLst/>
          </a:prstGeom>
        </p:spPr>
        <p:txBody>
          <a:bodyPr anchor="t" anchorCtr="0"/>
          <a:lstStyle>
            <a:lvl1pPr>
              <a:defRPr sz="900" b="0">
                <a:solidFill>
                  <a:srgbClr val="747678"/>
                </a:solidFill>
                <a:latin typeface="Arial" pitchFamily="34" charset="0"/>
                <a:cs typeface="Arial" pitchFamily="34" charset="0"/>
              </a:defRPr>
            </a:lvl1pPr>
          </a:lstStyle>
          <a:p>
            <a:fld id="{2307AE95-01D6-49AE-908A-619C1EB0E250}" type="slidenum">
              <a:rPr lang="en-US" smtClean="0"/>
              <a:t>‹#›</a:t>
            </a:fld>
            <a:endParaRPr lang="en-US"/>
          </a:p>
        </p:txBody>
      </p:sp>
      <p:cxnSp>
        <p:nvCxnSpPr>
          <p:cNvPr id="3" name="Straight Connector 2">
            <a:extLst>
              <a:ext uri="{FF2B5EF4-FFF2-40B4-BE49-F238E27FC236}">
                <a16:creationId xmlns:a16="http://schemas.microsoft.com/office/drawing/2014/main" id="{2E92D43E-8CBB-446E-81E5-DFE00FD985A7}"/>
              </a:ext>
            </a:extLst>
          </p:cNvPr>
          <p:cNvCxnSpPr/>
          <p:nvPr/>
        </p:nvCxnSpPr>
        <p:spPr>
          <a:xfrm>
            <a:off x="526472" y="766619"/>
            <a:ext cx="111575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2696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2307AE95-01D6-49AE-908A-619C1EB0E250}" type="slidenum">
              <a:rPr lang="en-US" smtClean="0"/>
              <a:t>‹#›</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9350642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A68B6A2-1488-4577-BAB5-E2A0A9091E4C}"/>
              </a:ext>
            </a:extLst>
          </p:cNvPr>
          <p:cNvGrpSpPr/>
          <p:nvPr/>
        </p:nvGrpSpPr>
        <p:grpSpPr>
          <a:xfrm>
            <a:off x="0" y="6789945"/>
            <a:ext cx="12192000" cy="77821"/>
            <a:chOff x="0" y="6780111"/>
            <a:chExt cx="9144000" cy="77821"/>
          </a:xfrm>
        </p:grpSpPr>
        <p:sp>
          <p:nvSpPr>
            <p:cNvPr id="9" name="Rectangle 8"/>
            <p:cNvSpPr/>
            <p:nvPr/>
          </p:nvSpPr>
          <p:spPr>
            <a:xfrm>
              <a:off x="0" y="6780112"/>
              <a:ext cx="2383277" cy="778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sp>
          <p:nvSpPr>
            <p:cNvPr id="10" name="Rectangle 9"/>
            <p:cNvSpPr/>
            <p:nvPr/>
          </p:nvSpPr>
          <p:spPr>
            <a:xfrm>
              <a:off x="2383277" y="6780111"/>
              <a:ext cx="6760723" cy="77821"/>
            </a:xfrm>
            <a:prstGeom prst="rect">
              <a:avLst/>
            </a:prstGeom>
            <a:gradFill flip="none" rotWithShape="1">
              <a:gsLst>
                <a:gs pos="77000">
                  <a:srgbClr val="00B0F0"/>
                </a:gs>
                <a:gs pos="0">
                  <a:srgbClr val="0092DA"/>
                </a:gs>
                <a:gs pos="10000">
                  <a:srgbClr val="94DEF9"/>
                </a:gs>
                <a:gs pos="2100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grpSp>
      <p:sp>
        <p:nvSpPr>
          <p:cNvPr id="5" name="Title 1"/>
          <p:cNvSpPr>
            <a:spLocks noGrp="1"/>
          </p:cNvSpPr>
          <p:nvPr>
            <p:ph type="title" hasCustomPrompt="1"/>
          </p:nvPr>
        </p:nvSpPr>
        <p:spPr>
          <a:xfrm>
            <a:off x="153601" y="158744"/>
            <a:ext cx="11886461" cy="439200"/>
          </a:xfrm>
        </p:spPr>
        <p:txBody>
          <a:bodyPr>
            <a:noAutofit/>
          </a:bodyPr>
          <a:lstStyle>
            <a:lvl1pPr>
              <a:defRPr sz="2600" b="1"/>
            </a:lvl1pPr>
          </a:lstStyle>
          <a:p>
            <a:r>
              <a:rPr lang="en-US"/>
              <a:t>CLICK TO EDIT MASTER TITLE STYLE</a:t>
            </a:r>
          </a:p>
        </p:txBody>
      </p:sp>
      <p:sp>
        <p:nvSpPr>
          <p:cNvPr id="6" name="Text Placeholder 6"/>
          <p:cNvSpPr>
            <a:spLocks noGrp="1"/>
          </p:cNvSpPr>
          <p:nvPr>
            <p:ph type="body" sz="quarter" idx="13" hasCustomPrompt="1"/>
          </p:nvPr>
        </p:nvSpPr>
        <p:spPr>
          <a:xfrm>
            <a:off x="151941" y="583128"/>
            <a:ext cx="11886461" cy="583200"/>
          </a:xfrm>
        </p:spPr>
        <p:txBody>
          <a:bodyPr>
            <a:normAutofit/>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9523309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E10B4-46ED-489D-9711-3C3102552793}"/>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A43AC688-7CA0-49B7-BE5C-14D7BE087CEB}"/>
              </a:ext>
            </a:extLst>
          </p:cNvPr>
          <p:cNvSpPr>
            <a:spLocks noGrp="1"/>
          </p:cNvSpPr>
          <p:nvPr>
            <p:ph type="dt" sz="half" idx="14"/>
          </p:nvPr>
        </p:nvSpPr>
        <p:spPr/>
        <p:txBody>
          <a:bodyPr/>
          <a:lstStyle/>
          <a:p>
            <a:fld id="{903E9A0B-105A-4B25-A3DB-42DB7CA6D254}" type="datetime1">
              <a:rPr lang="en-US" smtClean="0"/>
              <a:t>9/2/2026</a:t>
            </a:fld>
            <a:endParaRPr lang="en-US"/>
          </a:p>
        </p:txBody>
      </p:sp>
      <p:sp>
        <p:nvSpPr>
          <p:cNvPr id="8" name="Footer Placeholder 7">
            <a:extLst>
              <a:ext uri="{FF2B5EF4-FFF2-40B4-BE49-F238E27FC236}">
                <a16:creationId xmlns:a16="http://schemas.microsoft.com/office/drawing/2014/main" id="{F99F8086-45FF-4FA5-8AC3-05C610A4838B}"/>
              </a:ext>
            </a:extLst>
          </p:cNvPr>
          <p:cNvSpPr>
            <a:spLocks noGrp="1"/>
          </p:cNvSpPr>
          <p:nvPr>
            <p:ph type="ftr" sz="quarter" idx="15"/>
          </p:nvPr>
        </p:nvSpPr>
        <p:spPr/>
        <p:txBody>
          <a:bodyPr/>
          <a:lstStyle/>
          <a:p>
            <a:endParaRPr lang="en-US"/>
          </a:p>
        </p:txBody>
      </p:sp>
      <p:sp>
        <p:nvSpPr>
          <p:cNvPr id="11" name="Picture Placeholder 10">
            <a:extLst>
              <a:ext uri="{FF2B5EF4-FFF2-40B4-BE49-F238E27FC236}">
                <a16:creationId xmlns:a16="http://schemas.microsoft.com/office/drawing/2014/main" id="{9B9D6AD1-AE5B-E83C-5FCC-323CCA0795F9}"/>
              </a:ext>
            </a:extLst>
          </p:cNvPr>
          <p:cNvSpPr>
            <a:spLocks noGrp="1"/>
          </p:cNvSpPr>
          <p:nvPr>
            <p:ph type="pic" sz="quarter" idx="17"/>
          </p:nvPr>
        </p:nvSpPr>
        <p:spPr>
          <a:xfrm>
            <a:off x="0" y="4587547"/>
            <a:ext cx="12192000" cy="1889453"/>
          </a:xfrm>
          <a:custGeom>
            <a:avLst/>
            <a:gdLst>
              <a:gd name="connsiteX0" fmla="*/ 0 w 12192000"/>
              <a:gd name="connsiteY0" fmla="*/ 0 h 1889453"/>
              <a:gd name="connsiteX1" fmla="*/ 12192000 w 12192000"/>
              <a:gd name="connsiteY1" fmla="*/ 0 h 1889453"/>
              <a:gd name="connsiteX2" fmla="*/ 12192000 w 12192000"/>
              <a:gd name="connsiteY2" fmla="*/ 1889453 h 1889453"/>
              <a:gd name="connsiteX3" fmla="*/ 0 w 12192000"/>
              <a:gd name="connsiteY3" fmla="*/ 1889453 h 1889453"/>
            </a:gdLst>
            <a:ahLst/>
            <a:cxnLst>
              <a:cxn ang="0">
                <a:pos x="connsiteX0" y="connsiteY0"/>
              </a:cxn>
              <a:cxn ang="0">
                <a:pos x="connsiteX1" y="connsiteY1"/>
              </a:cxn>
              <a:cxn ang="0">
                <a:pos x="connsiteX2" y="connsiteY2"/>
              </a:cxn>
              <a:cxn ang="0">
                <a:pos x="connsiteX3" y="connsiteY3"/>
              </a:cxn>
            </a:cxnLst>
            <a:rect l="l" t="t" r="r" b="b"/>
            <a:pathLst>
              <a:path w="12192000" h="1889453">
                <a:moveTo>
                  <a:pt x="0" y="0"/>
                </a:moveTo>
                <a:lnTo>
                  <a:pt x="12192000" y="0"/>
                </a:lnTo>
                <a:lnTo>
                  <a:pt x="12192000" y="1889453"/>
                </a:lnTo>
                <a:lnTo>
                  <a:pt x="0" y="1889453"/>
                </a:lnTo>
                <a:close/>
              </a:path>
            </a:pathLst>
          </a:custGeom>
        </p:spPr>
        <p:txBody>
          <a:bodyPr wrap="square">
            <a:noAutofit/>
          </a:bodyPr>
          <a:lstStyle/>
          <a:p>
            <a:r>
              <a:rPr lang="en-US"/>
              <a:t>Click icon to add picture</a:t>
            </a:r>
          </a:p>
        </p:txBody>
      </p:sp>
      <p:sp>
        <p:nvSpPr>
          <p:cNvPr id="10" name="Text Placeholder 6">
            <a:extLst>
              <a:ext uri="{FF2B5EF4-FFF2-40B4-BE49-F238E27FC236}">
                <a16:creationId xmlns:a16="http://schemas.microsoft.com/office/drawing/2014/main" id="{64FD1521-7001-6B38-057F-3A0C646ED1DD}"/>
              </a:ext>
            </a:extLst>
          </p:cNvPr>
          <p:cNvSpPr>
            <a:spLocks noGrp="1"/>
          </p:cNvSpPr>
          <p:nvPr>
            <p:ph type="body" sz="quarter" idx="13"/>
          </p:nvPr>
        </p:nvSpPr>
        <p:spPr>
          <a:xfrm>
            <a:off x="190500" y="795868"/>
            <a:ext cx="11811000" cy="226714"/>
          </a:xfrm>
        </p:spPr>
        <p:txBody>
          <a:bodyPr anchor="t">
            <a:noAutofit/>
          </a:bodyPr>
          <a:lstStyle>
            <a:lvl1pPr marL="0" indent="0" algn="l">
              <a:lnSpc>
                <a:spcPct val="100000"/>
              </a:lnSpc>
              <a:spcBef>
                <a:spcPts val="0"/>
              </a:spcBef>
              <a:buFontTx/>
              <a:buNone/>
              <a:defRPr sz="1000">
                <a:solidFill>
                  <a:schemeClr val="tx2">
                    <a:lumMod val="50000"/>
                    <a:lumOff val="50000"/>
                  </a:schemeClr>
                </a:solidFill>
                <a:latin typeface="Arial" panose="020B0604020202020204" pitchFamily="34" charset="0"/>
                <a:cs typeface="Arial" panose="020B0604020202020204" pitchFamily="34" charset="0"/>
              </a:defRPr>
            </a:lvl1pPr>
            <a:lvl2pPr marL="457177" indent="0">
              <a:buFontTx/>
              <a:buNone/>
              <a:defRPr/>
            </a:lvl2pPr>
            <a:lvl3pPr marL="914353" indent="0">
              <a:buFontTx/>
              <a:buNone/>
              <a:defRPr/>
            </a:lvl3pPr>
            <a:lvl4pPr marL="1371530" indent="0">
              <a:buFontTx/>
              <a:buNone/>
              <a:defRPr/>
            </a:lvl4pPr>
            <a:lvl5pPr marL="1828706" indent="0">
              <a:buFontTx/>
              <a:buNone/>
              <a:defRPr/>
            </a:lvl5pPr>
          </a:lstStyle>
          <a:p>
            <a:pPr lvl="0"/>
            <a:r>
              <a:rPr lang="en-US"/>
              <a:t>Click to edit Master text styles</a:t>
            </a:r>
          </a:p>
        </p:txBody>
      </p:sp>
    </p:spTree>
    <p:extLst>
      <p:ext uri="{BB962C8B-B14F-4D97-AF65-F5344CB8AC3E}">
        <p14:creationId xmlns:p14="http://schemas.microsoft.com/office/powerpoint/2010/main" val="8750653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TITLE SLIDE LEFT">
    <p:spTree>
      <p:nvGrpSpPr>
        <p:cNvPr id="1" name=""/>
        <p:cNvGrpSpPr/>
        <p:nvPr/>
      </p:nvGrpSpPr>
      <p:grpSpPr>
        <a:xfrm>
          <a:off x="0" y="0"/>
          <a:ext cx="0" cy="0"/>
          <a:chOff x="0" y="0"/>
          <a:chExt cx="0" cy="0"/>
        </a:xfrm>
      </p:grpSpPr>
      <p:sp>
        <p:nvSpPr>
          <p:cNvPr id="13" name="Title Text"/>
          <p:cNvSpPr txBox="1">
            <a:spLocks noGrp="1"/>
          </p:cNvSpPr>
          <p:nvPr>
            <p:ph type="title"/>
          </p:nvPr>
        </p:nvSpPr>
        <p:spPr>
          <a:prstGeom prst="rect">
            <a:avLst/>
          </a:prstGeom>
        </p:spPr>
        <p:txBody>
          <a:bodyPr/>
          <a:lstStyle/>
          <a:p>
            <a:r>
              <a:rPr lang="en-US"/>
              <a:t>Click to edit Master title style</a:t>
            </a:r>
            <a:endParaRPr/>
          </a:p>
        </p:txBody>
      </p:sp>
      <p:sp>
        <p:nvSpPr>
          <p:cNvPr id="14" name="Body Level One…"/>
          <p:cNvSpPr txBox="1">
            <a:spLocks noGrp="1"/>
          </p:cNvSpPr>
          <p:nvPr>
            <p:ph type="body" sz="half" idx="1"/>
          </p:nvPr>
        </p:nvSpPr>
        <p:spPr>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Slide Number"/>
          <p:cNvSpPr txBox="1">
            <a:spLocks noGrp="1"/>
          </p:cNvSpPr>
          <p:nvPr>
            <p:ph type="sldNum" sz="quarter" idx="2"/>
          </p:nvPr>
        </p:nvSpPr>
        <p:spPr>
          <a:prstGeom prst="rect">
            <a:avLst/>
          </a:prstGeom>
        </p:spPr>
        <p:txBody>
          <a:bodyPr/>
          <a:lstStyle/>
          <a:p>
            <a:fld id="{2307AE95-01D6-49AE-908A-619C1EB0E250}" type="slidenum">
              <a:rPr lang="en-US" smtClean="0"/>
              <a:t>‹#›</a:t>
            </a:fld>
            <a:endParaRPr lang="en-US"/>
          </a:p>
        </p:txBody>
      </p:sp>
    </p:spTree>
    <p:extLst>
      <p:ext uri="{BB962C8B-B14F-4D97-AF65-F5344CB8AC3E}">
        <p14:creationId xmlns:p14="http://schemas.microsoft.com/office/powerpoint/2010/main" val="2538134542"/>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547104"/>
            <a:ext cx="365760" cy="256032"/>
          </a:xfrm>
          <a:prstGeom prst="rect">
            <a:avLst/>
          </a:prstGeom>
          <a:extLst>
            <a:ext uri="{C572A759-6A51-4108-AA02-DFA0A04FC94B}">
              <ma14:wrappingTextBoxFlag xmlns="" xmlns:ma14="http://schemas.microsoft.com/office/mac/drawingml/2011/main" val="0"/>
            </a:ext>
          </a:extLst>
        </p:spPr>
        <p:txBody>
          <a:bodyPr/>
          <a:lstStyle>
            <a:lvl1pPr>
              <a:defRPr sz="800">
                <a:solidFill>
                  <a:srgbClr val="8C8C8C"/>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image" Target="../media/image9.emf"/><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oleObject" Target="../embeddings/oleObject2.bin"/><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tags" Target="../tags/tag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theme" Target="../theme/theme2.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2.xml"/><Relationship Id="rId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3EB8B14-ABBD-A2CB-F9A4-EA8C735FE7A2}"/>
              </a:ext>
            </a:extLst>
          </p:cNvPr>
          <p:cNvGraphicFramePr>
            <a:graphicFrameLocks noChangeAspect="1"/>
          </p:cNvGraphicFramePr>
          <p:nvPr userDrawn="1">
            <p:custDataLst>
              <p:tags r:id="rId23"/>
            </p:custDataLst>
            <p:extLst>
              <p:ext uri="{D42A27DB-BD31-4B8C-83A1-F6EECF244321}">
                <p14:modId xmlns:p14="http://schemas.microsoft.com/office/powerpoint/2010/main" val="34318440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4" imgH="344" progId="TCLayout.ActiveDocument.1">
                  <p:embed/>
                </p:oleObj>
              </mc:Choice>
              <mc:Fallback>
                <p:oleObj name="think-cell Slide" r:id="rId24" imgW="344" imgH="344" progId="TCLayout.ActiveDocument.1">
                  <p:embed/>
                  <p:pic>
                    <p:nvPicPr>
                      <p:cNvPr id="7" name="think-cell data - do not delete" hidden="1">
                        <a:extLst>
                          <a:ext uri="{FF2B5EF4-FFF2-40B4-BE49-F238E27FC236}">
                            <a16:creationId xmlns:a16="http://schemas.microsoft.com/office/drawing/2014/main" id="{C3EB8B14-ABBD-A2CB-F9A4-EA8C735FE7A2}"/>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947D5398-7070-473B-A412-A9AEA384C93D}"/>
              </a:ext>
            </a:extLst>
          </p:cNvPr>
          <p:cNvSpPr>
            <a:spLocks noGrp="1"/>
          </p:cNvSpPr>
          <p:nvPr>
            <p:ph type="title"/>
          </p:nvPr>
        </p:nvSpPr>
        <p:spPr>
          <a:xfrm>
            <a:off x="504000" y="550798"/>
            <a:ext cx="11183175" cy="13680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D47719C-7D6E-4EC3-9B77-5FE8197F9D7B}"/>
              </a:ext>
            </a:extLst>
          </p:cNvPr>
          <p:cNvSpPr>
            <a:spLocks noGrp="1"/>
          </p:cNvSpPr>
          <p:nvPr>
            <p:ph type="body" idx="1"/>
          </p:nvPr>
        </p:nvSpPr>
        <p:spPr>
          <a:xfrm>
            <a:off x="504825" y="2026801"/>
            <a:ext cx="11182350" cy="435494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0AF207B-B60F-4C7F-AA4F-411C5E312FDF}"/>
              </a:ext>
            </a:extLst>
          </p:cNvPr>
          <p:cNvSpPr>
            <a:spLocks noGrp="1"/>
          </p:cNvSpPr>
          <p:nvPr>
            <p:ph type="ftr" sz="quarter" idx="3"/>
          </p:nvPr>
        </p:nvSpPr>
        <p:spPr>
          <a:xfrm>
            <a:off x="720000" y="6597651"/>
            <a:ext cx="4406400" cy="260351"/>
          </a:xfrm>
          <a:prstGeom prst="rect">
            <a:avLst/>
          </a:prstGeom>
        </p:spPr>
        <p:txBody>
          <a:bodyPr vert="horz" lIns="0" tIns="0" rIns="0" bIns="0" rtlCol="0" anchor="t" anchorCtr="0">
            <a:noAutofit/>
          </a:bodyPr>
          <a:lstStyle>
            <a:lvl1pPr algn="l">
              <a:lnSpc>
                <a:spcPct val="90000"/>
              </a:lnSpc>
              <a:spcBef>
                <a:spcPts val="0"/>
              </a:spcBef>
              <a:defRPr sz="8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3B18286-AFC3-45C1-9396-A22798BC906A}"/>
              </a:ext>
            </a:extLst>
          </p:cNvPr>
          <p:cNvSpPr>
            <a:spLocks noGrp="1"/>
          </p:cNvSpPr>
          <p:nvPr>
            <p:ph type="sldNum" sz="quarter" idx="4"/>
          </p:nvPr>
        </p:nvSpPr>
        <p:spPr>
          <a:xfrm>
            <a:off x="216002" y="6552000"/>
            <a:ext cx="238510" cy="306000"/>
          </a:xfrm>
          <a:prstGeom prst="rect">
            <a:avLst/>
          </a:prstGeom>
        </p:spPr>
        <p:txBody>
          <a:bodyPr vert="horz" lIns="0" tIns="0" rIns="0" bIns="0" rtlCol="0" anchor="t" anchorCtr="0">
            <a:noAutofit/>
          </a:bodyPr>
          <a:lstStyle>
            <a:lvl1pPr algn="l">
              <a:lnSpc>
                <a:spcPct val="90000"/>
              </a:lnSpc>
              <a:spcBef>
                <a:spcPts val="0"/>
              </a:spcBef>
              <a:defRPr sz="1001">
                <a:solidFill>
                  <a:srgbClr val="999999"/>
                </a:solidFill>
              </a:defRPr>
            </a:lvl1pPr>
          </a:lstStyle>
          <a:p>
            <a:fld id="{BB5DFFF0-4921-4031-8D93-C92E40AB68DB}" type="slidenum">
              <a:rPr lang="en-US" smtClean="0"/>
              <a:t>‹#›</a:t>
            </a:fld>
            <a:endParaRPr lang="en-US"/>
          </a:p>
        </p:txBody>
      </p:sp>
    </p:spTree>
    <p:extLst>
      <p:ext uri="{BB962C8B-B14F-4D97-AF65-F5344CB8AC3E}">
        <p14:creationId xmlns:p14="http://schemas.microsoft.com/office/powerpoint/2010/main" val="28470950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772" r:id="rId19"/>
    <p:sldLayoutId id="2147484046" r:id="rId20"/>
    <p:sldLayoutId id="2147484047" r:id="rId21"/>
  </p:sldLayoutIdLst>
  <p:txStyles>
    <p:titleStyle>
      <a:lvl1pPr algn="l" defTabSz="914435" rtl="0" eaLnBrk="1" latinLnBrk="0" hangingPunct="1">
        <a:lnSpc>
          <a:spcPct val="90000"/>
        </a:lnSpc>
        <a:spcBef>
          <a:spcPts val="0"/>
        </a:spcBef>
        <a:buNone/>
        <a:defRPr sz="2800" b="1" kern="1200">
          <a:solidFill>
            <a:schemeClr val="bg2"/>
          </a:solidFill>
          <a:latin typeface="+mj-lt"/>
          <a:ea typeface="+mj-ea"/>
          <a:cs typeface="+mj-cs"/>
        </a:defRPr>
      </a:lvl1pPr>
    </p:titleStyle>
    <p:bodyStyle>
      <a:lvl1pPr marL="0" indent="0" algn="l" defTabSz="914435" rtl="0" eaLnBrk="1" latinLnBrk="0" hangingPunct="1">
        <a:lnSpc>
          <a:spcPct val="112000"/>
        </a:lnSpc>
        <a:spcBef>
          <a:spcPts val="0"/>
        </a:spcBef>
        <a:spcAft>
          <a:spcPts val="1200"/>
        </a:spcAft>
        <a:buFont typeface="Arial" panose="020B0604020202020204" pitchFamily="34" charset="0"/>
        <a:buNone/>
        <a:defRPr sz="1401" kern="1200">
          <a:solidFill>
            <a:schemeClr val="tx1"/>
          </a:solidFill>
          <a:latin typeface="+mn-lt"/>
          <a:ea typeface="+mn-ea"/>
          <a:cs typeface="+mn-cs"/>
        </a:defRPr>
      </a:lvl1pPr>
      <a:lvl2pPr marL="0" indent="0" algn="l" defTabSz="914435" rtl="0" eaLnBrk="1" latinLnBrk="0" hangingPunct="1">
        <a:lnSpc>
          <a:spcPct val="112000"/>
        </a:lnSpc>
        <a:spcBef>
          <a:spcPts val="0"/>
        </a:spcBef>
        <a:buFont typeface="Arial" panose="020B0604020202020204" pitchFamily="34" charset="0"/>
        <a:buNone/>
        <a:defRPr sz="1401" b="1" kern="1200">
          <a:solidFill>
            <a:schemeClr val="tx1"/>
          </a:solidFill>
          <a:latin typeface="+mn-lt"/>
          <a:ea typeface="+mn-ea"/>
          <a:cs typeface="Gotham Bold" pitchFamily="50" charset="0"/>
        </a:defRPr>
      </a:lvl2pPr>
      <a:lvl3pPr marL="180008" indent="-180008" algn="l" defTabSz="914435" rtl="0" eaLnBrk="1" latinLnBrk="0" hangingPunct="1">
        <a:lnSpc>
          <a:spcPct val="112000"/>
        </a:lnSpc>
        <a:spcBef>
          <a:spcPts val="0"/>
        </a:spcBef>
        <a:spcAft>
          <a:spcPts val="1200"/>
        </a:spcAft>
        <a:buFont typeface="Arial" panose="020B0604020202020204" pitchFamily="34" charset="0"/>
        <a:buChar char="•"/>
        <a:defRPr sz="1401" kern="1200">
          <a:solidFill>
            <a:schemeClr val="tx1"/>
          </a:solidFill>
          <a:latin typeface="+mn-lt"/>
          <a:ea typeface="+mn-ea"/>
          <a:cs typeface="+mn-cs"/>
        </a:defRPr>
      </a:lvl3pPr>
      <a:lvl4pPr marL="360015" indent="-180008" algn="l" defTabSz="914435" rtl="0" eaLnBrk="1" latinLnBrk="0" hangingPunct="1">
        <a:lnSpc>
          <a:spcPct val="112000"/>
        </a:lnSpc>
        <a:spcBef>
          <a:spcPts val="0"/>
        </a:spcBef>
        <a:spcAft>
          <a:spcPts val="1200"/>
        </a:spcAft>
        <a:buFont typeface="Courier New" panose="02070309020205020404" pitchFamily="49" charset="0"/>
        <a:buChar char="o"/>
        <a:defRPr sz="1401" kern="1200">
          <a:solidFill>
            <a:schemeClr val="tx1"/>
          </a:solidFill>
          <a:latin typeface="+mn-lt"/>
          <a:ea typeface="+mn-ea"/>
          <a:cs typeface="+mn-cs"/>
        </a:defRPr>
      </a:lvl4pPr>
      <a:lvl5pPr marL="540021" indent="-180008" algn="l" defTabSz="914435" rtl="0" eaLnBrk="1" latinLnBrk="0" hangingPunct="1">
        <a:lnSpc>
          <a:spcPct val="112000"/>
        </a:lnSpc>
        <a:spcBef>
          <a:spcPts val="0"/>
        </a:spcBef>
        <a:spcAft>
          <a:spcPts val="1200"/>
        </a:spcAft>
        <a:buFont typeface="Wingdings" pitchFamily="2" charset="2"/>
        <a:buChar char="§"/>
        <a:defRPr sz="1401" kern="1200">
          <a:solidFill>
            <a:schemeClr val="tx1"/>
          </a:solidFill>
          <a:latin typeface="+mn-lt"/>
          <a:ea typeface="+mn-ea"/>
          <a:cs typeface="+mn-cs"/>
        </a:defRPr>
      </a:lvl5pPr>
      <a:lvl6pPr marL="2514696" indent="-228609" algn="l" defTabSz="91443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13" indent="-228609" algn="l" defTabSz="91443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29" indent="-228609" algn="l" defTabSz="91443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45" indent="-228609" algn="l" defTabSz="91443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35" rtl="0" eaLnBrk="1" latinLnBrk="0" hangingPunct="1">
        <a:defRPr sz="1200" kern="1200">
          <a:solidFill>
            <a:schemeClr val="tx1"/>
          </a:solidFill>
          <a:latin typeface="+mn-lt"/>
          <a:ea typeface="+mn-ea"/>
          <a:cs typeface="+mn-cs"/>
        </a:defRPr>
      </a:lvl1pPr>
      <a:lvl2pPr marL="457218" algn="l" defTabSz="914435" rtl="0" eaLnBrk="1" latinLnBrk="0" hangingPunct="1">
        <a:defRPr sz="1200" kern="1200">
          <a:solidFill>
            <a:schemeClr val="tx1"/>
          </a:solidFill>
          <a:latin typeface="+mn-lt"/>
          <a:ea typeface="+mn-ea"/>
          <a:cs typeface="+mn-cs"/>
        </a:defRPr>
      </a:lvl2pPr>
      <a:lvl3pPr marL="914435" algn="l" defTabSz="914435" rtl="0" eaLnBrk="1" latinLnBrk="0" hangingPunct="1">
        <a:defRPr sz="1200" kern="1200">
          <a:solidFill>
            <a:schemeClr val="tx1"/>
          </a:solidFill>
          <a:latin typeface="+mn-lt"/>
          <a:ea typeface="+mn-ea"/>
          <a:cs typeface="+mn-cs"/>
        </a:defRPr>
      </a:lvl3pPr>
      <a:lvl4pPr marL="1371651" algn="l" defTabSz="914435" rtl="0" eaLnBrk="1" latinLnBrk="0" hangingPunct="1">
        <a:defRPr sz="1200" kern="1200">
          <a:solidFill>
            <a:schemeClr val="tx1"/>
          </a:solidFill>
          <a:latin typeface="+mn-lt"/>
          <a:ea typeface="+mn-ea"/>
          <a:cs typeface="+mn-cs"/>
        </a:defRPr>
      </a:lvl4pPr>
      <a:lvl5pPr marL="1828869" algn="l" defTabSz="914435" rtl="0" eaLnBrk="1" latinLnBrk="0" hangingPunct="1">
        <a:defRPr sz="1200" kern="1200">
          <a:solidFill>
            <a:schemeClr val="tx1"/>
          </a:solidFill>
          <a:latin typeface="+mn-lt"/>
          <a:ea typeface="+mn-ea"/>
          <a:cs typeface="+mn-cs"/>
        </a:defRPr>
      </a:lvl5pPr>
      <a:lvl6pPr marL="2286085" algn="l" defTabSz="914435" rtl="0" eaLnBrk="1" latinLnBrk="0" hangingPunct="1">
        <a:defRPr sz="1200" kern="1200">
          <a:solidFill>
            <a:schemeClr val="tx1"/>
          </a:solidFill>
          <a:latin typeface="+mn-lt"/>
          <a:ea typeface="+mn-ea"/>
          <a:cs typeface="+mn-cs"/>
        </a:defRPr>
      </a:lvl6pPr>
      <a:lvl7pPr marL="2743302" algn="l" defTabSz="914435" rtl="0" eaLnBrk="1" latinLnBrk="0" hangingPunct="1">
        <a:defRPr sz="1200" kern="1200">
          <a:solidFill>
            <a:schemeClr val="tx1"/>
          </a:solidFill>
          <a:latin typeface="+mn-lt"/>
          <a:ea typeface="+mn-ea"/>
          <a:cs typeface="+mn-cs"/>
        </a:defRPr>
      </a:lvl7pPr>
      <a:lvl8pPr marL="3200520" algn="l" defTabSz="914435" rtl="0" eaLnBrk="1" latinLnBrk="0" hangingPunct="1">
        <a:defRPr sz="1200" kern="1200">
          <a:solidFill>
            <a:schemeClr val="tx1"/>
          </a:solidFill>
          <a:latin typeface="+mn-lt"/>
          <a:ea typeface="+mn-ea"/>
          <a:cs typeface="+mn-cs"/>
        </a:defRPr>
      </a:lvl8pPr>
      <a:lvl9pPr marL="3657738" algn="l" defTabSz="914435"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18">
          <p15:clr>
            <a:srgbClr val="F26B43"/>
          </p15:clr>
        </p15:guide>
        <p15:guide id="4" pos="7362">
          <p15:clr>
            <a:srgbClr val="F26B43"/>
          </p15:clr>
        </p15:guide>
        <p15:guide id="5" orient="horz" pos="346">
          <p15:clr>
            <a:srgbClr val="F26B43"/>
          </p15:clr>
        </p15:guide>
        <p15:guide id="6" orient="horz" pos="4156">
          <p15:clr>
            <a:srgbClr val="F26B43"/>
          </p15:clr>
        </p15:guide>
        <p15:guide id="7" orient="horz" pos="1278">
          <p15:clr>
            <a:srgbClr val="F26B43"/>
          </p15:clr>
        </p15:guide>
        <p15:guide id="8" pos="3726">
          <p15:clr>
            <a:srgbClr val="F26B43"/>
          </p15:clr>
        </p15:guide>
        <p15:guide id="9" pos="3954">
          <p15:clr>
            <a:srgbClr val="F26B43"/>
          </p15:clr>
        </p15:guide>
        <p15:guide id="10" orient="horz" pos="40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EDAC77F-0D97-384F-D787-74FFEFC9B5FE}"/>
              </a:ext>
            </a:extLst>
          </p:cNvPr>
          <p:cNvGraphicFramePr>
            <a:graphicFrameLocks noChangeAspect="1"/>
          </p:cNvGraphicFramePr>
          <p:nvPr userDrawn="1">
            <p:custDataLst>
              <p:tags r:id="rId31"/>
            </p:custDataLst>
            <p:extLst>
              <p:ext uri="{D42A27DB-BD31-4B8C-83A1-F6EECF244321}">
                <p14:modId xmlns:p14="http://schemas.microsoft.com/office/powerpoint/2010/main" val="32982186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408" imgH="408" progId="TCLayout.ActiveDocument.1">
                  <p:embed/>
                </p:oleObj>
              </mc:Choice>
              <mc:Fallback>
                <p:oleObj name="think-cell Slide" r:id="rId32" imgW="408" imgH="408" progId="TCLayout.ActiveDocument.1">
                  <p:embed/>
                  <p:pic>
                    <p:nvPicPr>
                      <p:cNvPr id="7" name="think-cell data - do not delete" hidden="1">
                        <a:extLst>
                          <a:ext uri="{FF2B5EF4-FFF2-40B4-BE49-F238E27FC236}">
                            <a16:creationId xmlns:a16="http://schemas.microsoft.com/office/drawing/2014/main" id="{EEDAC77F-0D97-384F-D787-74FFEFC9B5FE}"/>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947D5398-7070-473B-A412-A9AEA384C93D}"/>
              </a:ext>
            </a:extLst>
          </p:cNvPr>
          <p:cNvSpPr>
            <a:spLocks noGrp="1"/>
          </p:cNvSpPr>
          <p:nvPr>
            <p:ph type="title"/>
          </p:nvPr>
        </p:nvSpPr>
        <p:spPr>
          <a:xfrm>
            <a:off x="504001" y="550798"/>
            <a:ext cx="11183175" cy="13680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D47719C-7D6E-4EC3-9B77-5FE8197F9D7B}"/>
              </a:ext>
            </a:extLst>
          </p:cNvPr>
          <p:cNvSpPr>
            <a:spLocks noGrp="1"/>
          </p:cNvSpPr>
          <p:nvPr>
            <p:ph type="body" idx="1"/>
          </p:nvPr>
        </p:nvSpPr>
        <p:spPr>
          <a:xfrm>
            <a:off x="504825" y="2026807"/>
            <a:ext cx="11182350" cy="435494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0AF207B-B60F-4C7F-AA4F-411C5E312FDF}"/>
              </a:ext>
            </a:extLst>
          </p:cNvPr>
          <p:cNvSpPr>
            <a:spLocks noGrp="1"/>
          </p:cNvSpPr>
          <p:nvPr>
            <p:ph type="ftr" sz="quarter" idx="3"/>
          </p:nvPr>
        </p:nvSpPr>
        <p:spPr>
          <a:xfrm>
            <a:off x="720000" y="6597657"/>
            <a:ext cx="4406400" cy="260351"/>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3B18286-AFC3-45C1-9396-A22798BC906A}"/>
              </a:ext>
            </a:extLst>
          </p:cNvPr>
          <p:cNvSpPr>
            <a:spLocks noGrp="1"/>
          </p:cNvSpPr>
          <p:nvPr>
            <p:ph type="sldNum" sz="quarter" idx="4"/>
          </p:nvPr>
        </p:nvSpPr>
        <p:spPr>
          <a:xfrm>
            <a:off x="216006" y="6552000"/>
            <a:ext cx="238510" cy="306000"/>
          </a:xfrm>
          <a:prstGeom prst="rect">
            <a:avLst/>
          </a:prstGeom>
        </p:spPr>
        <p:txBody>
          <a:bodyPr vert="horz" lIns="0" tIns="0" rIns="0" bIns="0" rtlCol="0" anchor="t" anchorCtr="0">
            <a:noAutofit/>
          </a:bodyPr>
          <a:lstStyle>
            <a:lvl1pPr algn="l">
              <a:lnSpc>
                <a:spcPct val="90000"/>
              </a:lnSpc>
              <a:spcBef>
                <a:spcPts val="0"/>
              </a:spcBef>
              <a:defRPr sz="751">
                <a:solidFill>
                  <a:srgbClr val="999999"/>
                </a:solidFill>
              </a:defRPr>
            </a:lvl1pPr>
          </a:lstStyle>
          <a:p>
            <a:fld id="{2307AE95-01D6-49AE-908A-619C1EB0E250}" type="slidenum">
              <a:rPr lang="en-US" smtClean="0"/>
              <a:t>‹#›</a:t>
            </a:fld>
            <a:endParaRPr lang="en-US"/>
          </a:p>
        </p:txBody>
      </p:sp>
    </p:spTree>
    <p:extLst>
      <p:ext uri="{BB962C8B-B14F-4D97-AF65-F5344CB8AC3E}">
        <p14:creationId xmlns:p14="http://schemas.microsoft.com/office/powerpoint/2010/main" val="3167518589"/>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5" r:id="rId12"/>
    <p:sldLayoutId id="2147483866" r:id="rId13"/>
    <p:sldLayoutId id="2147483867" r:id="rId14"/>
    <p:sldLayoutId id="2147483868" r:id="rId15"/>
    <p:sldLayoutId id="2147483869" r:id="rId16"/>
    <p:sldLayoutId id="2147483870" r:id="rId17"/>
    <p:sldLayoutId id="2147483871" r:id="rId18"/>
    <p:sldLayoutId id="2147483872" r:id="rId19"/>
    <p:sldLayoutId id="2147483873" r:id="rId20"/>
    <p:sldLayoutId id="2147483874" r:id="rId21"/>
    <p:sldLayoutId id="2147483875" r:id="rId22"/>
    <p:sldLayoutId id="2147483876" r:id="rId23"/>
    <p:sldLayoutId id="2147483877" r:id="rId24"/>
    <p:sldLayoutId id="2147483878" r:id="rId25"/>
    <p:sldLayoutId id="2147483879" r:id="rId26"/>
    <p:sldLayoutId id="2147483880" r:id="rId27"/>
    <p:sldLayoutId id="2147483881" r:id="rId28"/>
    <p:sldLayoutId id="2147483882" r:id="rId29"/>
  </p:sldLayoutIdLst>
  <p:txStyles>
    <p:title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p:titleStyle>
    <p:bodyStyle>
      <a:lvl1pPr marL="0" indent="0" algn="l" defTabSz="685858" rtl="0" eaLnBrk="1" latinLnBrk="0" hangingPunct="1">
        <a:lnSpc>
          <a:spcPct val="112000"/>
        </a:lnSpc>
        <a:spcBef>
          <a:spcPts val="0"/>
        </a:spcBef>
        <a:spcAft>
          <a:spcPts val="900"/>
        </a:spcAft>
        <a:buFont typeface="Arial" panose="020B0604020202020204" pitchFamily="34" charset="0"/>
        <a:buNone/>
        <a:defRPr sz="1050" kern="1200">
          <a:solidFill>
            <a:schemeClr val="tx1"/>
          </a:solidFill>
          <a:latin typeface="+mn-lt"/>
          <a:ea typeface="+mn-ea"/>
          <a:cs typeface="+mn-cs"/>
        </a:defRPr>
      </a:lvl1pPr>
      <a:lvl2pPr marL="0" indent="0" algn="l" defTabSz="685858" rtl="0" eaLnBrk="1" latinLnBrk="0" hangingPunct="1">
        <a:lnSpc>
          <a:spcPct val="112000"/>
        </a:lnSpc>
        <a:spcBef>
          <a:spcPts val="0"/>
        </a:spcBef>
        <a:buFont typeface="Arial" panose="020B0604020202020204" pitchFamily="34" charset="0"/>
        <a:buNone/>
        <a:defRPr sz="1050" b="1" kern="1200">
          <a:solidFill>
            <a:schemeClr val="tx1"/>
          </a:solidFill>
          <a:latin typeface="+mn-lt"/>
          <a:ea typeface="+mn-ea"/>
          <a:cs typeface="Gotham Bold" pitchFamily="50" charset="0"/>
        </a:defRPr>
      </a:lvl2pPr>
      <a:lvl3pPr marL="135013" indent="-135013" algn="l" defTabSz="685858" rtl="0" eaLnBrk="1" latinLnBrk="0" hangingPunct="1">
        <a:lnSpc>
          <a:spcPct val="112000"/>
        </a:lnSpc>
        <a:spcBef>
          <a:spcPts val="0"/>
        </a:spcBef>
        <a:spcAft>
          <a:spcPts val="900"/>
        </a:spcAft>
        <a:buFont typeface="Arial" panose="020B0604020202020204" pitchFamily="34" charset="0"/>
        <a:buChar char="•"/>
        <a:defRPr sz="1050" kern="1200">
          <a:solidFill>
            <a:schemeClr val="tx1"/>
          </a:solidFill>
          <a:latin typeface="+mn-lt"/>
          <a:ea typeface="+mn-ea"/>
          <a:cs typeface="+mn-cs"/>
        </a:defRPr>
      </a:lvl3pPr>
      <a:lvl4pPr marL="270023" indent="-135013" algn="l" defTabSz="685858" rtl="0" eaLnBrk="1" latinLnBrk="0" hangingPunct="1">
        <a:lnSpc>
          <a:spcPct val="112000"/>
        </a:lnSpc>
        <a:spcBef>
          <a:spcPts val="0"/>
        </a:spcBef>
        <a:spcAft>
          <a:spcPts val="900"/>
        </a:spcAft>
        <a:buFont typeface="Courier New" panose="02070309020205020404" pitchFamily="49" charset="0"/>
        <a:buChar char="o"/>
        <a:defRPr sz="1050" kern="1200">
          <a:solidFill>
            <a:schemeClr val="tx1"/>
          </a:solidFill>
          <a:latin typeface="+mn-lt"/>
          <a:ea typeface="+mn-ea"/>
          <a:cs typeface="+mn-cs"/>
        </a:defRPr>
      </a:lvl4pPr>
      <a:lvl5pPr marL="405034" indent="-135013" algn="l" defTabSz="685858" rtl="0" eaLnBrk="1" latinLnBrk="0" hangingPunct="1">
        <a:lnSpc>
          <a:spcPct val="112000"/>
        </a:lnSpc>
        <a:spcBef>
          <a:spcPts val="0"/>
        </a:spcBef>
        <a:spcAft>
          <a:spcPts val="900"/>
        </a:spcAft>
        <a:buFont typeface="Wingdings" pitchFamily="2" charset="2"/>
        <a:buChar char="§"/>
        <a:defRPr sz="1050" kern="1200">
          <a:solidFill>
            <a:schemeClr val="tx1"/>
          </a:solidFill>
          <a:latin typeface="+mn-lt"/>
          <a:ea typeface="+mn-ea"/>
          <a:cs typeface="+mn-cs"/>
        </a:defRPr>
      </a:lvl5pPr>
      <a:lvl6pPr marL="1886108"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9037"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964"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892"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858" rtl="0" eaLnBrk="1" latinLnBrk="0" hangingPunct="1">
        <a:defRPr sz="900" kern="1200">
          <a:solidFill>
            <a:schemeClr val="tx1"/>
          </a:solidFill>
          <a:latin typeface="+mn-lt"/>
          <a:ea typeface="+mn-ea"/>
          <a:cs typeface="+mn-cs"/>
        </a:defRPr>
      </a:lvl1pPr>
      <a:lvl2pPr marL="342929" algn="l" defTabSz="685858" rtl="0" eaLnBrk="1" latinLnBrk="0" hangingPunct="1">
        <a:defRPr sz="900" kern="1200">
          <a:solidFill>
            <a:schemeClr val="tx1"/>
          </a:solidFill>
          <a:latin typeface="+mn-lt"/>
          <a:ea typeface="+mn-ea"/>
          <a:cs typeface="+mn-cs"/>
        </a:defRPr>
      </a:lvl2pPr>
      <a:lvl3pPr marL="685858" algn="l" defTabSz="685858" rtl="0" eaLnBrk="1" latinLnBrk="0" hangingPunct="1">
        <a:defRPr sz="900" kern="1200">
          <a:solidFill>
            <a:schemeClr val="tx1"/>
          </a:solidFill>
          <a:latin typeface="+mn-lt"/>
          <a:ea typeface="+mn-ea"/>
          <a:cs typeface="+mn-cs"/>
        </a:defRPr>
      </a:lvl3pPr>
      <a:lvl4pPr marL="1028785" algn="l" defTabSz="685858" rtl="0" eaLnBrk="1" latinLnBrk="0" hangingPunct="1">
        <a:defRPr sz="900" kern="1200">
          <a:solidFill>
            <a:schemeClr val="tx1"/>
          </a:solidFill>
          <a:latin typeface="+mn-lt"/>
          <a:ea typeface="+mn-ea"/>
          <a:cs typeface="+mn-cs"/>
        </a:defRPr>
      </a:lvl4pPr>
      <a:lvl5pPr marL="1371715" algn="l" defTabSz="685858" rtl="0" eaLnBrk="1" latinLnBrk="0" hangingPunct="1">
        <a:defRPr sz="900" kern="1200">
          <a:solidFill>
            <a:schemeClr val="tx1"/>
          </a:solidFill>
          <a:latin typeface="+mn-lt"/>
          <a:ea typeface="+mn-ea"/>
          <a:cs typeface="+mn-cs"/>
        </a:defRPr>
      </a:lvl5pPr>
      <a:lvl6pPr marL="1714642" algn="l" defTabSz="685858" rtl="0" eaLnBrk="1" latinLnBrk="0" hangingPunct="1">
        <a:defRPr sz="900" kern="1200">
          <a:solidFill>
            <a:schemeClr val="tx1"/>
          </a:solidFill>
          <a:latin typeface="+mn-lt"/>
          <a:ea typeface="+mn-ea"/>
          <a:cs typeface="+mn-cs"/>
        </a:defRPr>
      </a:lvl6pPr>
      <a:lvl7pPr marL="2057571" algn="l" defTabSz="685858" rtl="0" eaLnBrk="1" latinLnBrk="0" hangingPunct="1">
        <a:defRPr sz="900" kern="1200">
          <a:solidFill>
            <a:schemeClr val="tx1"/>
          </a:solidFill>
          <a:latin typeface="+mn-lt"/>
          <a:ea typeface="+mn-ea"/>
          <a:cs typeface="+mn-cs"/>
        </a:defRPr>
      </a:lvl7pPr>
      <a:lvl8pPr marL="2400500" algn="l" defTabSz="685858" rtl="0" eaLnBrk="1" latinLnBrk="0" hangingPunct="1">
        <a:defRPr sz="900" kern="1200">
          <a:solidFill>
            <a:schemeClr val="tx1"/>
          </a:solidFill>
          <a:latin typeface="+mn-lt"/>
          <a:ea typeface="+mn-ea"/>
          <a:cs typeface="+mn-cs"/>
        </a:defRPr>
      </a:lvl8pPr>
      <a:lvl9pPr marL="2743429" algn="l" defTabSz="685858"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5120">
          <p15:clr>
            <a:srgbClr val="F26B43"/>
          </p15:clr>
        </p15:guide>
        <p15:guide id="3" pos="424">
          <p15:clr>
            <a:srgbClr val="F26B43"/>
          </p15:clr>
        </p15:guide>
        <p15:guide id="4" pos="9816">
          <p15:clr>
            <a:srgbClr val="F26B43"/>
          </p15:clr>
        </p15:guide>
        <p15:guide id="5" orient="horz" pos="346">
          <p15:clr>
            <a:srgbClr val="F26B43"/>
          </p15:clr>
        </p15:guide>
        <p15:guide id="6" orient="horz" pos="4156">
          <p15:clr>
            <a:srgbClr val="F26B43"/>
          </p15:clr>
        </p15:guide>
        <p15:guide id="7" orient="horz" pos="1278">
          <p15:clr>
            <a:srgbClr val="F26B43"/>
          </p15:clr>
        </p15:guide>
        <p15:guide id="8" pos="4968">
          <p15:clr>
            <a:srgbClr val="F26B43"/>
          </p15:clr>
        </p15:guide>
        <p15:guide id="9" pos="5272">
          <p15:clr>
            <a:srgbClr val="F26B43"/>
          </p15:clr>
        </p15:guide>
        <p15:guide id="10" orient="horz" pos="402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547104"/>
            <a:ext cx="365760" cy="256032"/>
          </a:xfrm>
          <a:prstGeom prst="rect">
            <a:avLst/>
          </a:prstGeom>
          <a:extLst>
            <a:ext uri="{C572A759-6A51-4108-AA02-DFA0A04FC94B}">
              <ma14:wrappingTextBoxFlag xmlns="" xmlns:ma14="http://schemas.microsoft.com/office/mac/drawingml/2011/main" val="0"/>
            </a:ext>
          </a:extLst>
        </p:spPr>
        <p:txBody>
          <a:bodyPr/>
          <a:lstStyle>
            <a:lvl1pPr>
              <a:defRPr sz="800">
                <a:solidFill>
                  <a:srgbClr val="8C8C8C"/>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4114" r:id="rId1"/>
    <p:sldLayoutId id="2147484115"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3BA76D-2A23-4996-FED0-4DADDE065801}"/>
              </a:ext>
            </a:extLst>
          </p:cNvPr>
          <p:cNvSpPr>
            <a:spLocks noGrp="1"/>
          </p:cNvSpPr>
          <p:nvPr>
            <p:ph type="title"/>
          </p:nvPr>
        </p:nvSpPr>
        <p:spPr>
          <a:xfrm>
            <a:off x="504825" y="549275"/>
            <a:ext cx="6369388" cy="1653686"/>
          </a:xfrm>
        </p:spPr>
        <p:txBody>
          <a:bodyPr anchor="t">
            <a:normAutofit/>
          </a:bodyPr>
          <a:lstStyle/>
          <a:p>
            <a:pPr marL="0" indent="0">
              <a:buNone/>
            </a:pPr>
            <a:r>
              <a:t>Pet Portfolio Delivery – Executive Delivery Committee</a:t>
            </a:r>
            <a:endParaRPr lang="en-US"/>
          </a:p>
        </p:txBody>
      </p:sp>
      <p:sp>
        <p:nvSpPr>
          <p:cNvPr id="2" name="Text Placeholder 1">
            <a:extLst>
              <a:ext uri="{FF2B5EF4-FFF2-40B4-BE49-F238E27FC236}">
                <a16:creationId xmlns:a16="http://schemas.microsoft.com/office/drawing/2014/main" id="{CF1D6F13-0935-0618-5B80-FEBAFAE3625F}"/>
              </a:ext>
            </a:extLst>
          </p:cNvPr>
          <p:cNvSpPr>
            <a:spLocks noGrp="1"/>
          </p:cNvSpPr>
          <p:nvPr>
            <p:ph type="body" sz="quarter" idx="12"/>
          </p:nvPr>
        </p:nvSpPr>
        <p:spPr>
          <a:xfrm>
            <a:off x="504828" y="2442194"/>
            <a:ext cx="4948118" cy="986806"/>
          </a:xfrm>
        </p:spPr>
        <p:txBody>
          <a:bodyPr/>
          <a:lstStyle/>
          <a:p>
            <a:pPr marL="0" indent="0">
              <a:buNone/>
            </a:pPr>
            <a:r>
              <a:rPr sz="1400" dirty="0"/>
              <a:t>8/24/2026</a:t>
            </a:r>
            <a:endParaRPr lang="en-US" dirty="0"/>
          </a:p>
          <a:p>
            <a:pPr marL="0" indent="0">
              <a:buNone/>
            </a:pPr>
            <a:r>
              <a:rPr sz="1400" dirty="0"/>
              <a:t>Cindy Trudeau</a:t>
            </a:r>
          </a:p>
          <a:p>
            <a:pPr marL="0" indent="0">
              <a:buNone/>
            </a:pPr>
            <a:r>
              <a:rPr sz="1200" dirty="0"/>
              <a:t>Reporting period: </a:t>
            </a:r>
            <a:r>
              <a:rPr lang="en-US" sz="1200" dirty="0"/>
              <a:t>Project Status a</a:t>
            </a:r>
            <a:r>
              <a:rPr sz="1200" dirty="0"/>
              <a:t>s of 7/31/2026</a:t>
            </a:r>
          </a:p>
        </p:txBody>
      </p:sp>
    </p:spTree>
    <p:extLst>
      <p:ext uri="{BB962C8B-B14F-4D97-AF65-F5344CB8AC3E}">
        <p14:creationId xmlns:p14="http://schemas.microsoft.com/office/powerpoint/2010/main" val="2868795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11274552" cy="658368"/>
          </a:xfrm>
          <a:prstGeom prst="rect">
            <a:avLst/>
          </a:prstGeom>
          <a:noFill/>
          <a:ln/>
        </p:spPr>
        <p:txBody>
          <a:bodyPr wrap="square" lIns="0" tIns="0" rIns="0" bIns="0" rtlCol="0" anchor="ctr">
            <a:normAutofit/>
          </a:bodyPr>
          <a:lstStyle/>
          <a:p>
            <a:pPr marL="0" indent="0" algn="l">
              <a:buNone/>
            </a:pPr>
            <a:r>
              <a:rPr lang="en-US" sz="1900" b="1" dirty="0">
                <a:solidFill>
                  <a:srgbClr val="0047BB"/>
                </a:solidFill>
                <a:latin typeface="Georgia" pitchFamily="34" charset="0"/>
                <a:ea typeface="Georgia" pitchFamily="34" charset="-122"/>
                <a:cs typeface="Georgia" pitchFamily="34" charset="-120"/>
              </a:rPr>
              <a:t>Delivery momentum is intact; executing remaining 2026 work is key focus area.</a:t>
            </a:r>
            <a:endParaRPr lang="en-US" sz="1900" dirty="0"/>
          </a:p>
        </p:txBody>
      </p:sp>
      <p:sp>
        <p:nvSpPr>
          <p:cNvPr id="3" name="Shape 1"/>
          <p:cNvSpPr/>
          <p:nvPr/>
        </p:nvSpPr>
        <p:spPr>
          <a:xfrm>
            <a:off x="457200" y="1005840"/>
            <a:ext cx="11274552" cy="0"/>
          </a:xfrm>
          <a:prstGeom prst="line">
            <a:avLst/>
          </a:prstGeom>
          <a:noFill/>
          <a:ln w="12700">
            <a:solidFill>
              <a:srgbClr val="D3D8E4"/>
            </a:solidFill>
            <a:prstDash val="solid"/>
          </a:ln>
        </p:spPr>
        <p:txBody>
          <a:bodyPr/>
          <a:lstStyle/>
          <a:p>
            <a:endParaRPr/>
          </a:p>
        </p:txBody>
      </p:sp>
      <p:sp>
        <p:nvSpPr>
          <p:cNvPr id="4" name="Shape 2"/>
          <p:cNvSpPr/>
          <p:nvPr/>
        </p:nvSpPr>
        <p:spPr>
          <a:xfrm>
            <a:off x="457200" y="1170432"/>
            <a:ext cx="5806440" cy="5230368"/>
          </a:xfrm>
          <a:prstGeom prst="rect">
            <a:avLst/>
          </a:prstGeom>
          <a:solidFill>
            <a:srgbClr val="F3F6FB"/>
          </a:solidFill>
          <a:ln w="12700">
            <a:solidFill>
              <a:srgbClr val="D3D8E4"/>
            </a:solidFill>
            <a:prstDash val="solid"/>
          </a:ln>
        </p:spPr>
        <p:txBody>
          <a:bodyPr/>
          <a:lstStyle/>
          <a:p>
            <a:endParaRPr/>
          </a:p>
        </p:txBody>
      </p:sp>
      <p:sp>
        <p:nvSpPr>
          <p:cNvPr id="5" name="Text 3"/>
          <p:cNvSpPr/>
          <p:nvPr/>
        </p:nvSpPr>
        <p:spPr>
          <a:xfrm>
            <a:off x="621792" y="1280160"/>
            <a:ext cx="5477256" cy="256032"/>
          </a:xfrm>
          <a:prstGeom prst="rect">
            <a:avLst/>
          </a:prstGeom>
          <a:noFill/>
          <a:ln/>
        </p:spPr>
        <p:txBody>
          <a:bodyPr wrap="square" lIns="0" tIns="0" rIns="0" bIns="0" rtlCol="0" anchor="ctr">
            <a:normAutofit/>
          </a:bodyPr>
          <a:lstStyle/>
          <a:p>
            <a:pPr marL="0" indent="0" algn="l">
              <a:buNone/>
            </a:pPr>
            <a:r>
              <a:rPr lang="en-US" sz="1050" b="1" dirty="0">
                <a:solidFill>
                  <a:srgbClr val="0047BB"/>
                </a:solidFill>
                <a:latin typeface="Arial" pitchFamily="34" charset="0"/>
                <a:ea typeface="Arial" pitchFamily="34" charset="-122"/>
                <a:cs typeface="Arial" pitchFamily="34" charset="-120"/>
              </a:rPr>
              <a:t>July Delivery Accomplishments Since Last Meeting</a:t>
            </a:r>
            <a:endParaRPr lang="en-US" sz="1050" dirty="0"/>
          </a:p>
        </p:txBody>
      </p:sp>
      <p:sp>
        <p:nvSpPr>
          <p:cNvPr id="6" name="Text 4"/>
          <p:cNvSpPr/>
          <p:nvPr/>
        </p:nvSpPr>
        <p:spPr>
          <a:xfrm>
            <a:off x="621792" y="1591056"/>
            <a:ext cx="5477256" cy="4663440"/>
          </a:xfrm>
          <a:prstGeom prst="rect">
            <a:avLst/>
          </a:prstGeom>
          <a:noFill/>
          <a:ln/>
        </p:spPr>
        <p:txBody>
          <a:bodyPr wrap="square" lIns="0" tIns="0" rIns="0" bIns="0" rtlCol="0" anchor="t">
            <a:normAutofit/>
          </a:bodyPr>
          <a:lstStyle/>
          <a:p>
            <a:pPr marL="152400" indent="-152400">
              <a:spcAft>
                <a:spcPts val="700"/>
              </a:spcAft>
              <a:buSzPct val="100000"/>
              <a:buChar char="•"/>
            </a:pPr>
            <a:r>
              <a:rPr lang="en-US" sz="950" dirty="0">
                <a:solidFill>
                  <a:srgbClr val="222222"/>
                </a:solidFill>
                <a:latin typeface="Arial" pitchFamily="34" charset="0"/>
                <a:ea typeface="Arial" pitchFamily="34" charset="-122"/>
                <a:cs typeface="Arial" pitchFamily="34" charset="-120"/>
              </a:rPr>
              <a:t>Employer Portal – Bundle 3 (VBO Admin) complete; Bundle 4 (Billing) dev complete with testing in progress; Bundle 5 (Payments &amp; IAM) dev started.</a:t>
            </a:r>
            <a:endParaRPr lang="en-US" sz="950" dirty="0"/>
          </a:p>
          <a:p>
            <a:pPr marL="155448" lvl="0" indent="-171450">
              <a:spcAft>
                <a:spcPts val="700"/>
              </a:spcAft>
              <a:buFont typeface="Arial" panose="020B0604020202020204" pitchFamily="34" charset="0"/>
              <a:buChar char="•"/>
            </a:pPr>
            <a:r>
              <a:rPr lang="en-US" sz="950" dirty="0">
                <a:latin typeface="Arial" pitchFamily="34" charset="0"/>
                <a:ea typeface="Arial" pitchFamily="34" charset="-122"/>
                <a:cs typeface="Arial" pitchFamily="34" charset="-120"/>
              </a:rPr>
              <a:t>Tailwinds / Pet Claims Flagship – </a:t>
            </a:r>
            <a:r>
              <a:rPr lang="en-US" sz="1000" dirty="0"/>
              <a:t>Deployed Fax Ingestion and the Postal Mail Adapter to production enabling automated intake and advanced Email Ingestion.</a:t>
            </a:r>
          </a:p>
          <a:p>
            <a:pPr marL="152400" indent="-152400">
              <a:spcAft>
                <a:spcPts val="700"/>
              </a:spcAft>
              <a:buSzPct val="100000"/>
              <a:buChar char="•"/>
            </a:pPr>
            <a:r>
              <a:rPr lang="en-US" sz="950" dirty="0">
                <a:solidFill>
                  <a:srgbClr val="222222"/>
                </a:solidFill>
                <a:latin typeface="Arial" pitchFamily="34" charset="0"/>
                <a:ea typeface="Arial" pitchFamily="34" charset="-122"/>
                <a:cs typeface="Arial" pitchFamily="34" charset="-120"/>
              </a:rPr>
              <a:t>Policy Migration – 86% of policies in approved states migrated (MM→MPI CA 99.7%, MPP→MPPC 85.6%, WP→MPI 71.2% as of 7/3); Wave 14 (PA) and Wave 15 (MD) in flight.</a:t>
            </a:r>
            <a:endParaRPr lang="en-US" sz="950" dirty="0"/>
          </a:p>
          <a:p>
            <a:pPr marL="152400" indent="-152400">
              <a:spcAft>
                <a:spcPts val="700"/>
              </a:spcAft>
              <a:buSzPct val="100000"/>
              <a:buChar char="•"/>
            </a:pPr>
            <a:r>
              <a:rPr lang="en-US" sz="950" dirty="0">
                <a:solidFill>
                  <a:srgbClr val="222222"/>
                </a:solidFill>
                <a:latin typeface="Arial" pitchFamily="34" charset="0"/>
                <a:ea typeface="Arial" pitchFamily="34" charset="-122"/>
                <a:cs typeface="Arial" pitchFamily="34" charset="-120"/>
              </a:rPr>
              <a:t>Payroll Billing Defects – Wave 1 (8 critical defects) deployed to prod; Talend-to-Python core migration stable with phased releases continuing.</a:t>
            </a:r>
            <a:endParaRPr lang="en-US" sz="950" dirty="0"/>
          </a:p>
          <a:p>
            <a:pPr marL="152400" indent="-152400">
              <a:spcAft>
                <a:spcPts val="700"/>
              </a:spcAft>
              <a:buSzPct val="100000"/>
              <a:buChar char="•"/>
            </a:pPr>
            <a:r>
              <a:rPr lang="en-US" sz="950" dirty="0">
                <a:solidFill>
                  <a:srgbClr val="222222"/>
                </a:solidFill>
                <a:latin typeface="Arial" pitchFamily="34" charset="0"/>
                <a:ea typeface="Arial" pitchFamily="34" charset="-122"/>
                <a:cs typeface="Arial" pitchFamily="34" charset="-120"/>
              </a:rPr>
              <a:t>Pet Model Law Reboot – Wave 2 states deployed 7/15 (Wave 3 targeted 8/12).</a:t>
            </a:r>
          </a:p>
          <a:p>
            <a:pPr marL="152400" indent="-152400">
              <a:spcAft>
                <a:spcPts val="700"/>
              </a:spcAft>
              <a:buSzPct val="100000"/>
              <a:buChar char="•"/>
            </a:pPr>
            <a:r>
              <a:rPr lang="en-US" sz="950" dirty="0">
                <a:solidFill>
                  <a:srgbClr val="222222"/>
                </a:solidFill>
                <a:latin typeface="Arial" pitchFamily="34" charset="0"/>
                <a:cs typeface="Arial" pitchFamily="34" charset="-120"/>
              </a:rPr>
              <a:t>Pet Data Center migration successfully deployed 7/24.</a:t>
            </a:r>
            <a:endParaRPr lang="en-US" sz="950" dirty="0"/>
          </a:p>
        </p:txBody>
      </p:sp>
      <p:sp>
        <p:nvSpPr>
          <p:cNvPr id="7" name="Shape 5"/>
          <p:cNvSpPr/>
          <p:nvPr/>
        </p:nvSpPr>
        <p:spPr>
          <a:xfrm>
            <a:off x="6446520" y="1170432"/>
            <a:ext cx="5285232" cy="1847088"/>
          </a:xfrm>
          <a:prstGeom prst="rect">
            <a:avLst/>
          </a:prstGeom>
          <a:solidFill>
            <a:srgbClr val="F3F6FB"/>
          </a:solidFill>
          <a:ln w="12700">
            <a:solidFill>
              <a:srgbClr val="D3D8E4"/>
            </a:solidFill>
            <a:prstDash val="solid"/>
          </a:ln>
        </p:spPr>
        <p:txBody>
          <a:bodyPr/>
          <a:lstStyle/>
          <a:p>
            <a:endParaRPr/>
          </a:p>
        </p:txBody>
      </p:sp>
      <p:sp>
        <p:nvSpPr>
          <p:cNvPr id="8" name="Text 6"/>
          <p:cNvSpPr/>
          <p:nvPr/>
        </p:nvSpPr>
        <p:spPr>
          <a:xfrm>
            <a:off x="6611112" y="1261872"/>
            <a:ext cx="4956048" cy="256032"/>
          </a:xfrm>
          <a:prstGeom prst="rect">
            <a:avLst/>
          </a:prstGeom>
          <a:noFill/>
          <a:ln/>
        </p:spPr>
        <p:txBody>
          <a:bodyPr wrap="square" lIns="0" tIns="0" rIns="0" bIns="0" rtlCol="0" anchor="ctr">
            <a:normAutofit/>
          </a:bodyPr>
          <a:lstStyle/>
          <a:p>
            <a:pPr marL="0" indent="0" algn="l">
              <a:buNone/>
            </a:pPr>
            <a:r>
              <a:rPr lang="en-US" sz="1050" b="1" dirty="0">
                <a:solidFill>
                  <a:srgbClr val="0047BB"/>
                </a:solidFill>
                <a:latin typeface="Arial" pitchFamily="34" charset="0"/>
                <a:ea typeface="Arial" pitchFamily="34" charset="-122"/>
                <a:cs typeface="Arial" pitchFamily="34" charset="-120"/>
              </a:rPr>
              <a:t>Key Project Updates</a:t>
            </a:r>
            <a:endParaRPr lang="en-US" sz="1050" dirty="0"/>
          </a:p>
        </p:txBody>
      </p:sp>
      <p:sp>
        <p:nvSpPr>
          <p:cNvPr id="9" name="Text 7"/>
          <p:cNvSpPr/>
          <p:nvPr/>
        </p:nvSpPr>
        <p:spPr>
          <a:xfrm>
            <a:off x="6611112" y="1554480"/>
            <a:ext cx="4956048" cy="1371600"/>
          </a:xfrm>
          <a:prstGeom prst="rect">
            <a:avLst/>
          </a:prstGeom>
          <a:noFill/>
          <a:ln/>
        </p:spPr>
        <p:txBody>
          <a:bodyPr wrap="square" lIns="0" tIns="0" rIns="0" bIns="0" rtlCol="0" anchor="t">
            <a:normAutofit/>
          </a:bodyPr>
          <a:lstStyle/>
          <a:p>
            <a:pPr marL="152400" indent="-152400">
              <a:spcAft>
                <a:spcPts val="400"/>
              </a:spcAft>
              <a:buSzPct val="100000"/>
              <a:buChar char="•"/>
            </a:pPr>
            <a:r>
              <a:rPr lang="en-US" sz="900" dirty="0">
                <a:solidFill>
                  <a:srgbClr val="222222"/>
                </a:solidFill>
                <a:latin typeface="Arial" pitchFamily="34" charset="0"/>
                <a:ea typeface="Arial" pitchFamily="34" charset="-122"/>
                <a:cs typeface="Arial" pitchFamily="34" charset="-120"/>
              </a:rPr>
              <a:t>Employer Portal (Yellow): remains yellow on incremental Finance-integration requirements; Bundle 4 testing and Bundle 5 in progress. MVP targeted 10/14 at 7/31, then moved to 11/11 (early Aug) to align with Finance IT delivery.</a:t>
            </a:r>
            <a:endParaRPr lang="en-US" sz="900" dirty="0"/>
          </a:p>
          <a:p>
            <a:pPr marL="152400" indent="-152400">
              <a:spcAft>
                <a:spcPts val="400"/>
              </a:spcAft>
              <a:buSzPct val="100000"/>
              <a:buChar char="•"/>
            </a:pPr>
            <a:r>
              <a:rPr lang="en-US" sz="900" dirty="0">
                <a:solidFill>
                  <a:srgbClr val="222222"/>
                </a:solidFill>
                <a:latin typeface="Arial" pitchFamily="34" charset="0"/>
                <a:ea typeface="Arial" pitchFamily="34" charset="-122"/>
                <a:cs typeface="Arial" pitchFamily="34" charset="-120"/>
              </a:rPr>
              <a:t>Tailwinds / Pet Claims Flagship: Fax and Mail intake channels in production; EAO now has Fax and Mail data for experimentation; positive feedback at Executive Steering Committee.</a:t>
            </a:r>
            <a:endParaRPr lang="en-US" sz="900" dirty="0"/>
          </a:p>
        </p:txBody>
      </p:sp>
      <p:sp>
        <p:nvSpPr>
          <p:cNvPr id="10" name="Shape 8"/>
          <p:cNvSpPr/>
          <p:nvPr/>
        </p:nvSpPr>
        <p:spPr>
          <a:xfrm>
            <a:off x="6446520" y="3108960"/>
            <a:ext cx="5285232" cy="1481328"/>
          </a:xfrm>
          <a:prstGeom prst="rect">
            <a:avLst/>
          </a:prstGeom>
          <a:solidFill>
            <a:srgbClr val="F3F6FB"/>
          </a:solidFill>
          <a:ln w="12700">
            <a:solidFill>
              <a:srgbClr val="D3D8E4"/>
            </a:solidFill>
            <a:prstDash val="solid"/>
          </a:ln>
        </p:spPr>
        <p:txBody>
          <a:bodyPr/>
          <a:lstStyle/>
          <a:p>
            <a:endParaRPr/>
          </a:p>
        </p:txBody>
      </p:sp>
      <p:sp>
        <p:nvSpPr>
          <p:cNvPr id="11" name="Text 9"/>
          <p:cNvSpPr/>
          <p:nvPr/>
        </p:nvSpPr>
        <p:spPr>
          <a:xfrm>
            <a:off x="6611112" y="3200400"/>
            <a:ext cx="4956048" cy="256032"/>
          </a:xfrm>
          <a:prstGeom prst="rect">
            <a:avLst/>
          </a:prstGeom>
          <a:noFill/>
          <a:ln/>
        </p:spPr>
        <p:txBody>
          <a:bodyPr wrap="square" lIns="0" tIns="0" rIns="0" bIns="0" rtlCol="0" anchor="ctr">
            <a:normAutofit/>
          </a:bodyPr>
          <a:lstStyle/>
          <a:p>
            <a:pPr marL="0" indent="0" algn="l">
              <a:buNone/>
            </a:pPr>
            <a:r>
              <a:rPr lang="en-US" sz="1050" b="1" dirty="0">
                <a:solidFill>
                  <a:srgbClr val="0047BB"/>
                </a:solidFill>
                <a:latin typeface="Arial" pitchFamily="34" charset="0"/>
                <a:ea typeface="Arial" pitchFamily="34" charset="-122"/>
                <a:cs typeface="Arial" pitchFamily="34" charset="-120"/>
              </a:rPr>
              <a:t>Key Risks</a:t>
            </a:r>
            <a:endParaRPr lang="en-US" sz="1050" dirty="0"/>
          </a:p>
        </p:txBody>
      </p:sp>
      <p:sp>
        <p:nvSpPr>
          <p:cNvPr id="12" name="Text 10"/>
          <p:cNvSpPr/>
          <p:nvPr/>
        </p:nvSpPr>
        <p:spPr>
          <a:xfrm>
            <a:off x="6611112" y="3493008"/>
            <a:ext cx="4956048" cy="1005840"/>
          </a:xfrm>
          <a:prstGeom prst="rect">
            <a:avLst/>
          </a:prstGeom>
          <a:noFill/>
          <a:ln/>
        </p:spPr>
        <p:txBody>
          <a:bodyPr wrap="square" lIns="0" tIns="0" rIns="0" bIns="0" rtlCol="0" anchor="t">
            <a:normAutofit/>
          </a:bodyPr>
          <a:lstStyle/>
          <a:p>
            <a:pPr marL="152400" indent="-152400">
              <a:spcAft>
                <a:spcPts val="400"/>
              </a:spcAft>
              <a:buSzPct val="100000"/>
              <a:buChar char="•"/>
            </a:pPr>
            <a:r>
              <a:rPr lang="en-US" sz="900" dirty="0">
                <a:solidFill>
                  <a:srgbClr val="222222"/>
                </a:solidFill>
                <a:latin typeface="Arial" pitchFamily="34" charset="0"/>
                <a:ea typeface="Arial" pitchFamily="34" charset="-122"/>
                <a:cs typeface="Arial" pitchFamily="34" charset="-120"/>
              </a:rPr>
              <a:t>An influx of approved work being released late in the year requires quick action from Tech to create capacity for the incoming demand and ensure budget spend in 2026. Project contingency will be monitored monthly.</a:t>
            </a:r>
            <a:endParaRPr lang="en-US" sz="900" dirty="0"/>
          </a:p>
          <a:p>
            <a:pPr marL="152400" indent="-152400">
              <a:spcAft>
                <a:spcPts val="400"/>
              </a:spcAft>
              <a:buSzPct val="100000"/>
              <a:buChar char="•"/>
            </a:pPr>
            <a:endParaRPr lang="en-US" sz="900" dirty="0"/>
          </a:p>
        </p:txBody>
      </p:sp>
      <p:sp>
        <p:nvSpPr>
          <p:cNvPr id="13" name="Shape 11"/>
          <p:cNvSpPr/>
          <p:nvPr/>
        </p:nvSpPr>
        <p:spPr>
          <a:xfrm>
            <a:off x="6446520" y="4681728"/>
            <a:ext cx="5285232" cy="1719072"/>
          </a:xfrm>
          <a:prstGeom prst="rect">
            <a:avLst/>
          </a:prstGeom>
          <a:solidFill>
            <a:srgbClr val="F3F6FB"/>
          </a:solidFill>
          <a:ln w="12700">
            <a:solidFill>
              <a:srgbClr val="D3D8E4"/>
            </a:solidFill>
            <a:prstDash val="solid"/>
          </a:ln>
        </p:spPr>
        <p:txBody>
          <a:bodyPr/>
          <a:lstStyle/>
          <a:p>
            <a:endParaRPr/>
          </a:p>
        </p:txBody>
      </p:sp>
      <p:sp>
        <p:nvSpPr>
          <p:cNvPr id="14" name="Text 12"/>
          <p:cNvSpPr/>
          <p:nvPr/>
        </p:nvSpPr>
        <p:spPr>
          <a:xfrm>
            <a:off x="6611112" y="4773168"/>
            <a:ext cx="4956048" cy="256032"/>
          </a:xfrm>
          <a:prstGeom prst="rect">
            <a:avLst/>
          </a:prstGeom>
          <a:noFill/>
          <a:ln/>
        </p:spPr>
        <p:txBody>
          <a:bodyPr wrap="square" lIns="0" tIns="0" rIns="0" bIns="0" rtlCol="0" anchor="ctr">
            <a:normAutofit/>
          </a:bodyPr>
          <a:lstStyle/>
          <a:p>
            <a:pPr marL="0" indent="0" algn="l">
              <a:buNone/>
            </a:pPr>
            <a:r>
              <a:rPr lang="en-US" sz="1050" b="1" dirty="0">
                <a:solidFill>
                  <a:srgbClr val="0047BB"/>
                </a:solidFill>
                <a:latin typeface="Arial" pitchFamily="34" charset="0"/>
                <a:ea typeface="Arial" pitchFamily="34" charset="-122"/>
                <a:cs typeface="Arial" pitchFamily="34" charset="-120"/>
              </a:rPr>
              <a:t>Financials as of early August</a:t>
            </a:r>
            <a:endParaRPr lang="en-US" sz="1050" dirty="0"/>
          </a:p>
        </p:txBody>
      </p:sp>
      <p:sp>
        <p:nvSpPr>
          <p:cNvPr id="15" name="Text 13"/>
          <p:cNvSpPr/>
          <p:nvPr/>
        </p:nvSpPr>
        <p:spPr>
          <a:xfrm>
            <a:off x="6611112" y="5065776"/>
            <a:ext cx="4956048" cy="1243584"/>
          </a:xfrm>
          <a:prstGeom prst="rect">
            <a:avLst/>
          </a:prstGeom>
          <a:noFill/>
          <a:ln/>
        </p:spPr>
        <p:txBody>
          <a:bodyPr wrap="square" lIns="0" tIns="0" rIns="0" bIns="0" rtlCol="0" anchor="t">
            <a:normAutofit/>
          </a:bodyPr>
          <a:lstStyle/>
          <a:p>
            <a:pPr marL="152400" indent="-152400">
              <a:spcAft>
                <a:spcPts val="400"/>
              </a:spcAft>
              <a:buSzPct val="100000"/>
              <a:buChar char="•"/>
            </a:pPr>
            <a:r>
              <a:rPr lang="en-US" sz="900" dirty="0">
                <a:solidFill>
                  <a:srgbClr val="222222"/>
                </a:solidFill>
                <a:latin typeface="Arial" pitchFamily="34" charset="0"/>
                <a:ea typeface="Arial" pitchFamily="34" charset="-122"/>
                <a:cs typeface="Arial" pitchFamily="34" charset="-120"/>
              </a:rPr>
              <a:t>2026 portfolio contingency is fully directed and executing — $2.4M committed to approved work in early August.  No further asks can be funded without a rebalance or reserve release.</a:t>
            </a:r>
            <a:endParaRPr lang="en-US" sz="900" dirty="0"/>
          </a:p>
          <a:p>
            <a:pPr marL="152400" indent="-152400">
              <a:spcAft>
                <a:spcPts val="400"/>
              </a:spcAft>
              <a:buSzPct val="100000"/>
              <a:buChar char="•"/>
            </a:pPr>
            <a:r>
              <a:rPr lang="en-US" sz="900" dirty="0">
                <a:solidFill>
                  <a:srgbClr val="222222"/>
                </a:solidFill>
                <a:latin typeface="Arial" pitchFamily="34" charset="0"/>
                <a:ea typeface="Arial" pitchFamily="34" charset="-122"/>
                <a:cs typeface="Arial" pitchFamily="34" charset="-120"/>
              </a:rPr>
              <a:t>Two portfolio reserves are monitored monthly after financial close: (Compliance and Product Rate Refresh / Profitability).</a:t>
            </a:r>
            <a:endParaRPr lang="en-US" sz="900" dirty="0"/>
          </a:p>
          <a:p>
            <a:pPr marL="152400" indent="-152400">
              <a:spcAft>
                <a:spcPts val="400"/>
              </a:spcAft>
              <a:buSzPct val="100000"/>
              <a:buChar char="•"/>
            </a:pPr>
            <a:r>
              <a:rPr lang="en-US" sz="900" dirty="0">
                <a:solidFill>
                  <a:srgbClr val="222222"/>
                </a:solidFill>
                <a:latin typeface="Arial" pitchFamily="34" charset="0"/>
                <a:ea typeface="Arial" pitchFamily="34" charset="-122"/>
                <a:cs typeface="Arial" pitchFamily="34" charset="-120"/>
              </a:rPr>
              <a:t>2026 favorability was used to accelerate select 2027 work (Major Medical, MM-to-MM migration, manual migration) to reduce 2027 pressure.</a:t>
            </a:r>
            <a:endParaRPr lang="en-US" sz="900" dirty="0"/>
          </a:p>
        </p:txBody>
      </p:sp>
      <p:sp>
        <p:nvSpPr>
          <p:cNvPr id="16" name="Text 14"/>
          <p:cNvSpPr/>
          <p:nvPr/>
        </p:nvSpPr>
        <p:spPr>
          <a:xfrm>
            <a:off x="457200" y="6547104"/>
            <a:ext cx="9601200" cy="256032"/>
          </a:xfrm>
          <a:prstGeom prst="rect">
            <a:avLst/>
          </a:prstGeom>
          <a:noFill/>
          <a:ln/>
        </p:spPr>
        <p:txBody>
          <a:bodyPr wrap="square" lIns="0" tIns="0" rIns="0" bIns="0" rtlCol="0" anchor="ctr"/>
          <a:lstStyle/>
          <a:p>
            <a:pPr marL="0" indent="0" algn="l">
              <a:buNone/>
            </a:pPr>
            <a:r>
              <a:rPr lang="en-US" sz="750" dirty="0">
                <a:solidFill>
                  <a:srgbClr val="8C8C8C"/>
                </a:solidFill>
                <a:latin typeface="Arial" pitchFamily="34" charset="0"/>
                <a:ea typeface="Arial" pitchFamily="34" charset="-122"/>
                <a:cs typeface="Arial" pitchFamily="34" charset="-120"/>
              </a:rPr>
              <a:t>Pet Portfolio Delivery – Executive Delivery Committee  |  Data as of 7/31/2026</a:t>
            </a:r>
            <a:endParaRPr lang="en-US" sz="750" dirty="0"/>
          </a:p>
        </p:txBody>
      </p:sp>
      <p:sp>
        <p:nvSpPr>
          <p:cNvPr id="25" name="Slide Number Placeholder 0"/>
          <p:cNvSpPr>
            <a:spLocks noGrp="1"/>
          </p:cNvSpPr>
          <p:nvPr>
            <p:ph type="sldNum" sz="quarter" idx="4294967295"/>
          </p:nvPr>
        </p:nvSpPr>
        <p:spPr>
          <a:xfrm>
            <a:off x="11795760" y="6547104"/>
            <a:ext cx="365760" cy="256032"/>
          </a:xfrm>
          <a:prstGeom prst="rect">
            <a:avLst/>
          </a:prstGeom>
          <a:extLst>
            <a:ext uri="{C572A759-6A51-4108-AA02-DFA0A04FC94B}">
              <ma14:wrappingTextBoxFlag xmlns="" xmlns:ma14="http://schemas.microsoft.com/office/mac/drawingml/2011/main" val="0"/>
            </a:ext>
          </a:extLst>
        </p:spPr>
        <p:txBody>
          <a:bodyPr/>
          <a:lstStyle>
            <a:lvl1pPr>
              <a:defRPr sz="800">
                <a:solidFill>
                  <a:srgbClr val="8C8C8C"/>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4D2B83B-F944-DA8E-92DC-B24EEC93A426}"/>
              </a:ext>
            </a:extLst>
          </p:cNvPr>
          <p:cNvPicPr>
            <a:picLocks noChangeAspect="1"/>
          </p:cNvPicPr>
          <p:nvPr/>
        </p:nvPicPr>
        <p:blipFill>
          <a:blip r:embed="rId2"/>
          <a:stretch>
            <a:fillRect/>
          </a:stretch>
        </p:blipFill>
        <p:spPr>
          <a:xfrm>
            <a:off x="239751" y="134859"/>
            <a:ext cx="11758961" cy="6614416"/>
          </a:xfrm>
          <a:prstGeom prst="rect">
            <a:avLst/>
          </a:prstGeom>
        </p:spPr>
      </p:pic>
    </p:spTree>
    <p:extLst>
      <p:ext uri="{BB962C8B-B14F-4D97-AF65-F5344CB8AC3E}">
        <p14:creationId xmlns:p14="http://schemas.microsoft.com/office/powerpoint/2010/main" val="3471299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1274552" cy="566928"/>
          </a:xfrm>
          <a:prstGeom prst="rect">
            <a:avLst/>
          </a:prstGeom>
          <a:noFill/>
          <a:ln/>
        </p:spPr>
        <p:txBody>
          <a:bodyPr wrap="square" lIns="0" tIns="0" rIns="0" bIns="0" rtlCol="0" anchor="ctr">
            <a:normAutofit/>
          </a:bodyPr>
          <a:lstStyle/>
          <a:p>
            <a:pPr marL="0" indent="0" algn="l">
              <a:buNone/>
            </a:pPr>
            <a:r>
              <a:rPr lang="en-US" sz="1900" b="1" dirty="0">
                <a:solidFill>
                  <a:srgbClr val="0047BB"/>
                </a:solidFill>
                <a:latin typeface="Georgia" pitchFamily="34" charset="0"/>
                <a:ea typeface="Georgia" pitchFamily="34" charset="-122"/>
                <a:cs typeface="Georgia" pitchFamily="34" charset="-120"/>
              </a:rPr>
              <a:t>Employer Portal MVP moved to 11/11 to align with Finance IT delivery</a:t>
            </a:r>
            <a:endParaRPr lang="en-US" sz="1900" dirty="0"/>
          </a:p>
        </p:txBody>
      </p:sp>
      <p:sp>
        <p:nvSpPr>
          <p:cNvPr id="3" name="Text 1"/>
          <p:cNvSpPr/>
          <p:nvPr/>
        </p:nvSpPr>
        <p:spPr>
          <a:xfrm>
            <a:off x="457200" y="841248"/>
            <a:ext cx="11274552" cy="237744"/>
          </a:xfrm>
          <a:prstGeom prst="rect">
            <a:avLst/>
          </a:prstGeom>
          <a:noFill/>
          <a:ln/>
        </p:spPr>
        <p:txBody>
          <a:bodyPr wrap="square" lIns="0" tIns="0" rIns="0" bIns="0" rtlCol="0" anchor="ctr">
            <a:normAutofit/>
          </a:bodyPr>
          <a:lstStyle/>
          <a:p>
            <a:pPr marL="0" indent="0" algn="l">
              <a:buNone/>
            </a:pPr>
            <a:r>
              <a:rPr lang="en-US" sz="1050" i="1" dirty="0">
                <a:solidFill>
                  <a:srgbClr val="5A5A5A"/>
                </a:solidFill>
                <a:latin typeface="Arial" pitchFamily="34" charset="0"/>
                <a:ea typeface="Arial" pitchFamily="34" charset="-122"/>
                <a:cs typeface="Arial" pitchFamily="34" charset="-120"/>
              </a:rPr>
              <a:t>As of 7/31/2026</a:t>
            </a:r>
            <a:endParaRPr lang="en-US" sz="1050" dirty="0"/>
          </a:p>
        </p:txBody>
      </p:sp>
      <p:sp>
        <p:nvSpPr>
          <p:cNvPr id="4" name="Shape 2"/>
          <p:cNvSpPr/>
          <p:nvPr/>
        </p:nvSpPr>
        <p:spPr>
          <a:xfrm>
            <a:off x="457200" y="1115568"/>
            <a:ext cx="11274552" cy="0"/>
          </a:xfrm>
          <a:prstGeom prst="line">
            <a:avLst/>
          </a:prstGeom>
          <a:noFill/>
          <a:ln w="12700">
            <a:solidFill>
              <a:srgbClr val="D3D8E4"/>
            </a:solidFill>
            <a:prstDash val="solid"/>
          </a:ln>
        </p:spPr>
        <p:txBody>
          <a:bodyPr/>
          <a:lstStyle/>
          <a:p>
            <a:endParaRPr/>
          </a:p>
        </p:txBody>
      </p:sp>
      <p:sp>
        <p:nvSpPr>
          <p:cNvPr id="5" name="Text 3"/>
          <p:cNvSpPr/>
          <p:nvPr/>
        </p:nvSpPr>
        <p:spPr>
          <a:xfrm>
            <a:off x="457200" y="1325880"/>
            <a:ext cx="11274552" cy="3063240"/>
          </a:xfrm>
          <a:prstGeom prst="rect">
            <a:avLst/>
          </a:prstGeom>
          <a:noFill/>
          <a:ln/>
        </p:spPr>
        <p:txBody>
          <a:bodyPr wrap="square" lIns="0" tIns="0" rIns="0" bIns="0" rtlCol="0" anchor="t">
            <a:normAutofit/>
          </a:bodyPr>
          <a:lstStyle/>
          <a:p>
            <a:pPr marL="152400" indent="-152400">
              <a:spcAft>
                <a:spcPts val="1000"/>
              </a:spcAft>
              <a:buSzPct val="100000"/>
              <a:buChar char="•"/>
            </a:pPr>
            <a:r>
              <a:rPr lang="en-US" sz="1100" dirty="0">
                <a:solidFill>
                  <a:srgbClr val="222222"/>
                </a:solidFill>
                <a:latin typeface="Arial" pitchFamily="34" charset="0"/>
                <a:ea typeface="Arial" pitchFamily="34" charset="-122"/>
                <a:cs typeface="Arial" pitchFamily="34" charset="-120"/>
              </a:rPr>
              <a:t>Production deployment for the MVP was targeted for October 14; confidence lowered at 7/31 due to misalignment with the Finance delivery timeline and key dependencies. In early August, the MVP was rebaselined to November 11.</a:t>
            </a:r>
            <a:endParaRPr lang="en-US" sz="1100" dirty="0"/>
          </a:p>
          <a:p>
            <a:pPr marL="152400" indent="-152400">
              <a:spcAft>
                <a:spcPts val="1000"/>
              </a:spcAft>
              <a:buSzPct val="100000"/>
              <a:buChar char="•"/>
            </a:pPr>
            <a:r>
              <a:rPr lang="en-US" sz="1100" dirty="0">
                <a:solidFill>
                  <a:srgbClr val="222222"/>
                </a:solidFill>
                <a:latin typeface="Arial" pitchFamily="34" charset="0"/>
                <a:ea typeface="Arial" pitchFamily="34" charset="-122"/>
                <a:cs typeface="Arial" pitchFamily="34" charset="-120"/>
              </a:rPr>
              <a:t>July 10 confidence checkpoint was contingent on ~40% completion of DDIT; IAM and DDIT progress remain key confidence markers.</a:t>
            </a:r>
            <a:endParaRPr lang="en-US" sz="1100" dirty="0"/>
          </a:p>
          <a:p>
            <a:pPr marL="152400" indent="-152400">
              <a:spcAft>
                <a:spcPts val="1000"/>
              </a:spcAft>
              <a:buSzPct val="100000"/>
              <a:buChar char="•"/>
            </a:pPr>
            <a:r>
              <a:rPr lang="en-US" sz="1100" dirty="0">
                <a:solidFill>
                  <a:srgbClr val="222222"/>
                </a:solidFill>
                <a:latin typeface="Arial" pitchFamily="34" charset="0"/>
                <a:ea typeface="Arial" pitchFamily="34" charset="-122"/>
                <a:cs typeface="Arial" pitchFamily="34" charset="-120"/>
              </a:rPr>
              <a:t>Bundle 3 (VBO Admin) complete; Bundle 4 (Billing) testing; Bundle 5 (Payments &amp; IAM) dev started; Bundle 6 (IAM Integration + Finance) is the final phase before go-live.</a:t>
            </a:r>
            <a:endParaRPr lang="en-US" sz="1100" dirty="0"/>
          </a:p>
          <a:p>
            <a:pPr marL="152400" indent="-152400">
              <a:spcAft>
                <a:spcPts val="1000"/>
              </a:spcAft>
              <a:buSzPct val="100000"/>
              <a:buChar char="•"/>
            </a:pPr>
            <a:r>
              <a:rPr lang="en-US" sz="1100" dirty="0">
                <a:solidFill>
                  <a:srgbClr val="222222"/>
                </a:solidFill>
                <a:latin typeface="Arial" pitchFamily="34" charset="0"/>
                <a:ea typeface="Arial" pitchFamily="34" charset="-122"/>
                <a:cs typeface="Arial" pitchFamily="34" charset="-120"/>
              </a:rPr>
              <a:t>First MVP groups aligned to 1/1 effective date; first invoices expected mid-December (12/18).</a:t>
            </a:r>
            <a:endParaRPr lang="en-US" sz="1100" dirty="0"/>
          </a:p>
          <a:p>
            <a:pPr marL="152400" indent="-152400">
              <a:spcAft>
                <a:spcPts val="1000"/>
              </a:spcAft>
              <a:buSzPct val="100000"/>
              <a:buChar char="•"/>
            </a:pPr>
            <a:r>
              <a:rPr lang="en-US" sz="1100" dirty="0">
                <a:solidFill>
                  <a:srgbClr val="222222"/>
                </a:solidFill>
                <a:latin typeface="Arial" pitchFamily="34" charset="0"/>
                <a:ea typeface="Arial" pitchFamily="34" charset="-122"/>
                <a:cs typeface="Arial" pitchFamily="34" charset="-120"/>
              </a:rPr>
              <a:t>Employer onboarding begins in September, then ongoing; Sales confidence checkpoint September 1.</a:t>
            </a:r>
            <a:endParaRPr lang="en-US" sz="1100" dirty="0"/>
          </a:p>
          <a:p>
            <a:pPr marL="152400" indent="-152400">
              <a:spcAft>
                <a:spcPts val="1000"/>
              </a:spcAft>
              <a:buSzPct val="100000"/>
              <a:buChar char="•"/>
            </a:pPr>
            <a:r>
              <a:rPr lang="en-US" sz="1100" dirty="0">
                <a:solidFill>
                  <a:srgbClr val="222222"/>
                </a:solidFill>
                <a:latin typeface="Arial" pitchFamily="34" charset="0"/>
                <a:ea typeface="Arial" pitchFamily="34" charset="-122"/>
                <a:cs typeface="Arial" pitchFamily="34" charset="-120"/>
              </a:rPr>
              <a:t>Delivery follows an incremental, cumulative approach across bundles to reduce risk.</a:t>
            </a:r>
            <a:endParaRPr lang="en-US" sz="1100" dirty="0"/>
          </a:p>
        </p:txBody>
      </p:sp>
      <p:sp>
        <p:nvSpPr>
          <p:cNvPr id="6" name="Text 4"/>
          <p:cNvSpPr/>
          <p:nvPr/>
        </p:nvSpPr>
        <p:spPr>
          <a:xfrm>
            <a:off x="457200" y="4526280"/>
            <a:ext cx="11274552" cy="256032"/>
          </a:xfrm>
          <a:prstGeom prst="rect">
            <a:avLst/>
          </a:prstGeom>
          <a:noFill/>
          <a:ln/>
        </p:spPr>
        <p:txBody>
          <a:bodyPr wrap="square" lIns="0" tIns="0" rIns="0" bIns="0" rtlCol="0" anchor="ctr"/>
          <a:lstStyle/>
          <a:p>
            <a:pPr marL="0" indent="0">
              <a:buNone/>
            </a:pPr>
            <a:r>
              <a:rPr lang="en-US" sz="1050" b="1" dirty="0">
                <a:solidFill>
                  <a:srgbClr val="0047BB"/>
                </a:solidFill>
                <a:latin typeface="Arial" pitchFamily="34" charset="0"/>
                <a:ea typeface="Arial" pitchFamily="34" charset="-122"/>
                <a:cs typeface="Arial" pitchFamily="34" charset="-120"/>
              </a:rPr>
              <a:t>Incremental bundle delivery</a:t>
            </a:r>
            <a:endParaRPr lang="en-US" sz="1050" dirty="0"/>
          </a:p>
        </p:txBody>
      </p:sp>
      <p:sp>
        <p:nvSpPr>
          <p:cNvPr id="7" name="Shape 5"/>
          <p:cNvSpPr/>
          <p:nvPr/>
        </p:nvSpPr>
        <p:spPr>
          <a:xfrm>
            <a:off x="457200" y="4892040"/>
            <a:ext cx="1700784" cy="1371600"/>
          </a:xfrm>
          <a:prstGeom prst="rect">
            <a:avLst/>
          </a:prstGeom>
          <a:solidFill>
            <a:srgbClr val="F3F6FB"/>
          </a:solidFill>
          <a:ln w="12700">
            <a:solidFill>
              <a:srgbClr val="D3D8E4"/>
            </a:solidFill>
            <a:prstDash val="solid"/>
          </a:ln>
        </p:spPr>
        <p:txBody>
          <a:bodyPr/>
          <a:lstStyle/>
          <a:p>
            <a:endParaRPr/>
          </a:p>
        </p:txBody>
      </p:sp>
      <p:sp>
        <p:nvSpPr>
          <p:cNvPr id="8" name="Shape 6"/>
          <p:cNvSpPr/>
          <p:nvPr/>
        </p:nvSpPr>
        <p:spPr>
          <a:xfrm>
            <a:off x="457200" y="4892040"/>
            <a:ext cx="1700784" cy="292608"/>
          </a:xfrm>
          <a:prstGeom prst="rect">
            <a:avLst/>
          </a:prstGeom>
          <a:solidFill>
            <a:srgbClr val="8C8C8C"/>
          </a:solidFill>
          <a:ln/>
        </p:spPr>
        <p:txBody>
          <a:bodyPr/>
          <a:lstStyle/>
          <a:p>
            <a:endParaRPr/>
          </a:p>
        </p:txBody>
      </p:sp>
      <p:sp>
        <p:nvSpPr>
          <p:cNvPr id="9" name="Text 7"/>
          <p:cNvSpPr/>
          <p:nvPr/>
        </p:nvSpPr>
        <p:spPr>
          <a:xfrm>
            <a:off x="457200" y="4892040"/>
            <a:ext cx="1700784"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Bundle 1</a:t>
            </a:r>
            <a:endParaRPr lang="en-US" sz="1000" dirty="0"/>
          </a:p>
        </p:txBody>
      </p:sp>
      <p:sp>
        <p:nvSpPr>
          <p:cNvPr id="10" name="Text 8"/>
          <p:cNvSpPr/>
          <p:nvPr/>
        </p:nvSpPr>
        <p:spPr>
          <a:xfrm>
            <a:off x="548640" y="5239512"/>
            <a:ext cx="1517904" cy="603504"/>
          </a:xfrm>
          <a:prstGeom prst="rect">
            <a:avLst/>
          </a:prstGeom>
          <a:noFill/>
          <a:ln/>
        </p:spPr>
        <p:txBody>
          <a:bodyPr wrap="square" lIns="0" tIns="0" rIns="0" bIns="0" rtlCol="0" anchor="t">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Employer / employee details</a:t>
            </a:r>
            <a:endParaRPr lang="en-US" sz="950" dirty="0"/>
          </a:p>
        </p:txBody>
      </p:sp>
      <p:sp>
        <p:nvSpPr>
          <p:cNvPr id="11" name="Shape 9"/>
          <p:cNvSpPr/>
          <p:nvPr/>
        </p:nvSpPr>
        <p:spPr>
          <a:xfrm>
            <a:off x="2162556" y="5477256"/>
            <a:ext cx="155448" cy="201168"/>
          </a:xfrm>
          <a:prstGeom prst="chevron">
            <a:avLst/>
          </a:prstGeom>
          <a:solidFill>
            <a:srgbClr val="8C8C8C"/>
          </a:solidFill>
          <a:ln/>
        </p:spPr>
        <p:txBody>
          <a:bodyPr/>
          <a:lstStyle/>
          <a:p>
            <a:endParaRPr/>
          </a:p>
        </p:txBody>
      </p:sp>
      <p:sp>
        <p:nvSpPr>
          <p:cNvPr id="12" name="Shape 10"/>
          <p:cNvSpPr/>
          <p:nvPr/>
        </p:nvSpPr>
        <p:spPr>
          <a:xfrm>
            <a:off x="2322576" y="4892040"/>
            <a:ext cx="1700784" cy="1371600"/>
          </a:xfrm>
          <a:prstGeom prst="rect">
            <a:avLst/>
          </a:prstGeom>
          <a:solidFill>
            <a:srgbClr val="F3F6FB"/>
          </a:solidFill>
          <a:ln w="12700">
            <a:solidFill>
              <a:srgbClr val="D3D8E4"/>
            </a:solidFill>
            <a:prstDash val="solid"/>
          </a:ln>
        </p:spPr>
        <p:txBody>
          <a:bodyPr/>
          <a:lstStyle/>
          <a:p>
            <a:endParaRPr/>
          </a:p>
        </p:txBody>
      </p:sp>
      <p:sp>
        <p:nvSpPr>
          <p:cNvPr id="13" name="Shape 11"/>
          <p:cNvSpPr/>
          <p:nvPr/>
        </p:nvSpPr>
        <p:spPr>
          <a:xfrm>
            <a:off x="2322576" y="4892040"/>
            <a:ext cx="1700784" cy="292608"/>
          </a:xfrm>
          <a:prstGeom prst="rect">
            <a:avLst/>
          </a:prstGeom>
          <a:solidFill>
            <a:srgbClr val="8C8C8C"/>
          </a:solidFill>
          <a:ln/>
        </p:spPr>
        <p:txBody>
          <a:bodyPr/>
          <a:lstStyle/>
          <a:p>
            <a:endParaRPr/>
          </a:p>
        </p:txBody>
      </p:sp>
      <p:sp>
        <p:nvSpPr>
          <p:cNvPr id="14" name="Text 12"/>
          <p:cNvSpPr/>
          <p:nvPr/>
        </p:nvSpPr>
        <p:spPr>
          <a:xfrm>
            <a:off x="2322576" y="4892040"/>
            <a:ext cx="1700784"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Bundle 2</a:t>
            </a:r>
            <a:endParaRPr lang="en-US" sz="1000" dirty="0"/>
          </a:p>
        </p:txBody>
      </p:sp>
      <p:sp>
        <p:nvSpPr>
          <p:cNvPr id="15" name="Text 13"/>
          <p:cNvSpPr/>
          <p:nvPr/>
        </p:nvSpPr>
        <p:spPr>
          <a:xfrm>
            <a:off x="2414016" y="5239512"/>
            <a:ext cx="1517904" cy="603504"/>
          </a:xfrm>
          <a:prstGeom prst="rect">
            <a:avLst/>
          </a:prstGeom>
          <a:noFill/>
          <a:ln/>
        </p:spPr>
        <p:txBody>
          <a:bodyPr wrap="square" lIns="0" tIns="0" rIns="0" bIns="0" rtlCol="0" anchor="t">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Communication &amp; servicing</a:t>
            </a:r>
            <a:endParaRPr lang="en-US" sz="950" dirty="0"/>
          </a:p>
        </p:txBody>
      </p:sp>
      <p:sp>
        <p:nvSpPr>
          <p:cNvPr id="16" name="Shape 14"/>
          <p:cNvSpPr/>
          <p:nvPr/>
        </p:nvSpPr>
        <p:spPr>
          <a:xfrm>
            <a:off x="4027932" y="5477256"/>
            <a:ext cx="155448" cy="201168"/>
          </a:xfrm>
          <a:prstGeom prst="chevron">
            <a:avLst/>
          </a:prstGeom>
          <a:solidFill>
            <a:srgbClr val="8C8C8C"/>
          </a:solidFill>
          <a:ln/>
        </p:spPr>
        <p:txBody>
          <a:bodyPr/>
          <a:lstStyle/>
          <a:p>
            <a:endParaRPr/>
          </a:p>
        </p:txBody>
      </p:sp>
      <p:sp>
        <p:nvSpPr>
          <p:cNvPr id="17" name="Shape 15"/>
          <p:cNvSpPr/>
          <p:nvPr/>
        </p:nvSpPr>
        <p:spPr>
          <a:xfrm>
            <a:off x="4187952" y="4892040"/>
            <a:ext cx="1700784" cy="1371600"/>
          </a:xfrm>
          <a:prstGeom prst="rect">
            <a:avLst/>
          </a:prstGeom>
          <a:solidFill>
            <a:srgbClr val="F3F6FB"/>
          </a:solidFill>
          <a:ln w="12700">
            <a:solidFill>
              <a:srgbClr val="D3D8E4"/>
            </a:solidFill>
            <a:prstDash val="solid"/>
          </a:ln>
        </p:spPr>
        <p:txBody>
          <a:bodyPr/>
          <a:lstStyle/>
          <a:p>
            <a:endParaRPr/>
          </a:p>
        </p:txBody>
      </p:sp>
      <p:sp>
        <p:nvSpPr>
          <p:cNvPr id="18" name="Shape 16"/>
          <p:cNvSpPr/>
          <p:nvPr/>
        </p:nvSpPr>
        <p:spPr>
          <a:xfrm>
            <a:off x="4187952" y="4892040"/>
            <a:ext cx="1700784" cy="292608"/>
          </a:xfrm>
          <a:prstGeom prst="rect">
            <a:avLst/>
          </a:prstGeom>
          <a:solidFill>
            <a:srgbClr val="2E8B57"/>
          </a:solidFill>
          <a:ln/>
        </p:spPr>
        <p:txBody>
          <a:bodyPr/>
          <a:lstStyle/>
          <a:p>
            <a:endParaRPr/>
          </a:p>
        </p:txBody>
      </p:sp>
      <p:sp>
        <p:nvSpPr>
          <p:cNvPr id="19" name="Text 17"/>
          <p:cNvSpPr/>
          <p:nvPr/>
        </p:nvSpPr>
        <p:spPr>
          <a:xfrm>
            <a:off x="4187952" y="4892040"/>
            <a:ext cx="1700784"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Bundle 3</a:t>
            </a:r>
            <a:endParaRPr lang="en-US" sz="1000" dirty="0"/>
          </a:p>
        </p:txBody>
      </p:sp>
      <p:sp>
        <p:nvSpPr>
          <p:cNvPr id="20" name="Text 18"/>
          <p:cNvSpPr/>
          <p:nvPr/>
        </p:nvSpPr>
        <p:spPr>
          <a:xfrm>
            <a:off x="4279392" y="5239512"/>
            <a:ext cx="1517904" cy="603504"/>
          </a:xfrm>
          <a:prstGeom prst="rect">
            <a:avLst/>
          </a:prstGeom>
          <a:noFill/>
          <a:ln/>
        </p:spPr>
        <p:txBody>
          <a:bodyPr wrap="square" lIns="0" tIns="0" rIns="0" bIns="0" rtlCol="0" anchor="t">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VBO Admin</a:t>
            </a:r>
            <a:endParaRPr lang="en-US" sz="950" dirty="0"/>
          </a:p>
        </p:txBody>
      </p:sp>
      <p:sp>
        <p:nvSpPr>
          <p:cNvPr id="21" name="Text 19"/>
          <p:cNvSpPr/>
          <p:nvPr/>
        </p:nvSpPr>
        <p:spPr>
          <a:xfrm>
            <a:off x="4279392" y="5934456"/>
            <a:ext cx="1517904" cy="274320"/>
          </a:xfrm>
          <a:prstGeom prst="rect">
            <a:avLst/>
          </a:prstGeom>
          <a:noFill/>
          <a:ln/>
        </p:spPr>
        <p:txBody>
          <a:bodyPr wrap="square" lIns="0" tIns="0" rIns="0" bIns="0" rtlCol="0" anchor="ctr"/>
          <a:lstStyle/>
          <a:p>
            <a:pPr marL="0" indent="0" algn="ctr">
              <a:buNone/>
            </a:pPr>
            <a:r>
              <a:rPr lang="en-US" sz="900" b="1" dirty="0">
                <a:solidFill>
                  <a:srgbClr val="2E8B57"/>
                </a:solidFill>
                <a:latin typeface="Arial" pitchFamily="34" charset="0"/>
                <a:ea typeface="Arial" pitchFamily="34" charset="-122"/>
                <a:cs typeface="Arial" pitchFamily="34" charset="-120"/>
              </a:rPr>
              <a:t>Complete</a:t>
            </a:r>
            <a:endParaRPr lang="en-US" sz="900" dirty="0"/>
          </a:p>
        </p:txBody>
      </p:sp>
      <p:sp>
        <p:nvSpPr>
          <p:cNvPr id="22" name="Shape 20"/>
          <p:cNvSpPr/>
          <p:nvPr/>
        </p:nvSpPr>
        <p:spPr>
          <a:xfrm>
            <a:off x="5893308" y="5477256"/>
            <a:ext cx="155448" cy="201168"/>
          </a:xfrm>
          <a:prstGeom prst="chevron">
            <a:avLst/>
          </a:prstGeom>
          <a:solidFill>
            <a:srgbClr val="8C8C8C"/>
          </a:solidFill>
          <a:ln/>
        </p:spPr>
        <p:txBody>
          <a:bodyPr/>
          <a:lstStyle/>
          <a:p>
            <a:endParaRPr/>
          </a:p>
        </p:txBody>
      </p:sp>
      <p:sp>
        <p:nvSpPr>
          <p:cNvPr id="23" name="Shape 21"/>
          <p:cNvSpPr/>
          <p:nvPr/>
        </p:nvSpPr>
        <p:spPr>
          <a:xfrm>
            <a:off x="6053328" y="4892040"/>
            <a:ext cx="1700784" cy="1371600"/>
          </a:xfrm>
          <a:prstGeom prst="rect">
            <a:avLst/>
          </a:prstGeom>
          <a:solidFill>
            <a:srgbClr val="F3F6FB"/>
          </a:solidFill>
          <a:ln w="12700">
            <a:solidFill>
              <a:srgbClr val="D3D8E4"/>
            </a:solidFill>
            <a:prstDash val="solid"/>
          </a:ln>
        </p:spPr>
        <p:txBody>
          <a:bodyPr/>
          <a:lstStyle/>
          <a:p>
            <a:endParaRPr/>
          </a:p>
        </p:txBody>
      </p:sp>
      <p:sp>
        <p:nvSpPr>
          <p:cNvPr id="24" name="Shape 22"/>
          <p:cNvSpPr/>
          <p:nvPr/>
        </p:nvSpPr>
        <p:spPr>
          <a:xfrm>
            <a:off x="6053328" y="4892040"/>
            <a:ext cx="1700784" cy="292608"/>
          </a:xfrm>
          <a:prstGeom prst="rect">
            <a:avLst/>
          </a:prstGeom>
          <a:solidFill>
            <a:srgbClr val="E0A106"/>
          </a:solidFill>
          <a:ln/>
        </p:spPr>
        <p:txBody>
          <a:bodyPr/>
          <a:lstStyle/>
          <a:p>
            <a:endParaRPr/>
          </a:p>
        </p:txBody>
      </p:sp>
      <p:sp>
        <p:nvSpPr>
          <p:cNvPr id="25" name="Text 23"/>
          <p:cNvSpPr/>
          <p:nvPr/>
        </p:nvSpPr>
        <p:spPr>
          <a:xfrm>
            <a:off x="6053328" y="4892040"/>
            <a:ext cx="1700784"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Bundle 4</a:t>
            </a:r>
            <a:endParaRPr lang="en-US" sz="1000" dirty="0"/>
          </a:p>
        </p:txBody>
      </p:sp>
      <p:sp>
        <p:nvSpPr>
          <p:cNvPr id="26" name="Text 24"/>
          <p:cNvSpPr/>
          <p:nvPr/>
        </p:nvSpPr>
        <p:spPr>
          <a:xfrm>
            <a:off x="6144768" y="5239512"/>
            <a:ext cx="1517904" cy="603504"/>
          </a:xfrm>
          <a:prstGeom prst="rect">
            <a:avLst/>
          </a:prstGeom>
          <a:noFill/>
          <a:ln/>
        </p:spPr>
        <p:txBody>
          <a:bodyPr wrap="square" lIns="0" tIns="0" rIns="0" bIns="0" rtlCol="0" anchor="t">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Billing</a:t>
            </a:r>
            <a:endParaRPr lang="en-US" sz="950" dirty="0"/>
          </a:p>
        </p:txBody>
      </p:sp>
      <p:sp>
        <p:nvSpPr>
          <p:cNvPr id="27" name="Text 25"/>
          <p:cNvSpPr/>
          <p:nvPr/>
        </p:nvSpPr>
        <p:spPr>
          <a:xfrm>
            <a:off x="6144768" y="5934456"/>
            <a:ext cx="1517904" cy="274320"/>
          </a:xfrm>
          <a:prstGeom prst="rect">
            <a:avLst/>
          </a:prstGeom>
          <a:noFill/>
          <a:ln/>
        </p:spPr>
        <p:txBody>
          <a:bodyPr wrap="square" lIns="0" tIns="0" rIns="0" bIns="0" rtlCol="0" anchor="ctr"/>
          <a:lstStyle/>
          <a:p>
            <a:pPr marL="0" indent="0" algn="ctr">
              <a:buNone/>
            </a:pPr>
            <a:r>
              <a:rPr lang="en-US" sz="900" b="1" dirty="0">
                <a:solidFill>
                  <a:srgbClr val="E0A106"/>
                </a:solidFill>
                <a:latin typeface="Arial" pitchFamily="34" charset="0"/>
                <a:ea typeface="Arial" pitchFamily="34" charset="-122"/>
                <a:cs typeface="Arial" pitchFamily="34" charset="-120"/>
              </a:rPr>
              <a:t>Testing</a:t>
            </a:r>
            <a:endParaRPr lang="en-US" sz="900" dirty="0"/>
          </a:p>
        </p:txBody>
      </p:sp>
      <p:sp>
        <p:nvSpPr>
          <p:cNvPr id="28" name="Shape 26"/>
          <p:cNvSpPr/>
          <p:nvPr/>
        </p:nvSpPr>
        <p:spPr>
          <a:xfrm>
            <a:off x="7758684" y="5477256"/>
            <a:ext cx="155448" cy="201168"/>
          </a:xfrm>
          <a:prstGeom prst="chevron">
            <a:avLst/>
          </a:prstGeom>
          <a:solidFill>
            <a:srgbClr val="8C8C8C"/>
          </a:solidFill>
          <a:ln/>
        </p:spPr>
        <p:txBody>
          <a:bodyPr/>
          <a:lstStyle/>
          <a:p>
            <a:endParaRPr/>
          </a:p>
        </p:txBody>
      </p:sp>
      <p:sp>
        <p:nvSpPr>
          <p:cNvPr id="29" name="Shape 27"/>
          <p:cNvSpPr/>
          <p:nvPr/>
        </p:nvSpPr>
        <p:spPr>
          <a:xfrm>
            <a:off x="7918704" y="4892040"/>
            <a:ext cx="1700784" cy="1371600"/>
          </a:xfrm>
          <a:prstGeom prst="rect">
            <a:avLst/>
          </a:prstGeom>
          <a:solidFill>
            <a:srgbClr val="F3F6FB"/>
          </a:solidFill>
          <a:ln w="12700">
            <a:solidFill>
              <a:srgbClr val="D3D8E4"/>
            </a:solidFill>
            <a:prstDash val="solid"/>
          </a:ln>
        </p:spPr>
        <p:txBody>
          <a:bodyPr/>
          <a:lstStyle/>
          <a:p>
            <a:endParaRPr/>
          </a:p>
        </p:txBody>
      </p:sp>
      <p:sp>
        <p:nvSpPr>
          <p:cNvPr id="30" name="Shape 28"/>
          <p:cNvSpPr/>
          <p:nvPr/>
        </p:nvSpPr>
        <p:spPr>
          <a:xfrm>
            <a:off x="7918704" y="4892040"/>
            <a:ext cx="1700784" cy="292608"/>
          </a:xfrm>
          <a:prstGeom prst="rect">
            <a:avLst/>
          </a:prstGeom>
          <a:solidFill>
            <a:srgbClr val="0047BB"/>
          </a:solidFill>
          <a:ln/>
        </p:spPr>
        <p:txBody>
          <a:bodyPr/>
          <a:lstStyle/>
          <a:p>
            <a:endParaRPr/>
          </a:p>
        </p:txBody>
      </p:sp>
      <p:sp>
        <p:nvSpPr>
          <p:cNvPr id="31" name="Text 29"/>
          <p:cNvSpPr/>
          <p:nvPr/>
        </p:nvSpPr>
        <p:spPr>
          <a:xfrm>
            <a:off x="7918704" y="4892040"/>
            <a:ext cx="1700784"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Bundle 5</a:t>
            </a:r>
            <a:endParaRPr lang="en-US" sz="1000" dirty="0"/>
          </a:p>
        </p:txBody>
      </p:sp>
      <p:sp>
        <p:nvSpPr>
          <p:cNvPr id="32" name="Text 30"/>
          <p:cNvSpPr/>
          <p:nvPr/>
        </p:nvSpPr>
        <p:spPr>
          <a:xfrm>
            <a:off x="8010144" y="5239512"/>
            <a:ext cx="1517904" cy="603504"/>
          </a:xfrm>
          <a:prstGeom prst="rect">
            <a:avLst/>
          </a:prstGeom>
          <a:noFill/>
          <a:ln/>
        </p:spPr>
        <p:txBody>
          <a:bodyPr wrap="square" lIns="0" tIns="0" rIns="0" bIns="0" rtlCol="0" anchor="t">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Payments &amp; IAM</a:t>
            </a:r>
            <a:endParaRPr lang="en-US" sz="950" dirty="0"/>
          </a:p>
        </p:txBody>
      </p:sp>
      <p:sp>
        <p:nvSpPr>
          <p:cNvPr id="33" name="Text 31"/>
          <p:cNvSpPr/>
          <p:nvPr/>
        </p:nvSpPr>
        <p:spPr>
          <a:xfrm>
            <a:off x="8010144" y="5934456"/>
            <a:ext cx="1517904" cy="274320"/>
          </a:xfrm>
          <a:prstGeom prst="rect">
            <a:avLst/>
          </a:prstGeom>
          <a:noFill/>
          <a:ln/>
        </p:spPr>
        <p:txBody>
          <a:bodyPr wrap="square" lIns="0" tIns="0" rIns="0" bIns="0" rtlCol="0" anchor="ctr"/>
          <a:lstStyle/>
          <a:p>
            <a:pPr marL="0" indent="0" algn="ctr">
              <a:buNone/>
            </a:pPr>
            <a:r>
              <a:rPr lang="en-US" sz="900" b="1" dirty="0">
                <a:solidFill>
                  <a:srgbClr val="0047BB"/>
                </a:solidFill>
                <a:latin typeface="Arial" pitchFamily="34" charset="0"/>
                <a:ea typeface="Arial" pitchFamily="34" charset="-122"/>
                <a:cs typeface="Arial" pitchFamily="34" charset="-120"/>
              </a:rPr>
              <a:t>In dev</a:t>
            </a:r>
            <a:endParaRPr lang="en-US" sz="900" dirty="0"/>
          </a:p>
        </p:txBody>
      </p:sp>
      <p:sp>
        <p:nvSpPr>
          <p:cNvPr id="34" name="Shape 32"/>
          <p:cNvSpPr/>
          <p:nvPr/>
        </p:nvSpPr>
        <p:spPr>
          <a:xfrm>
            <a:off x="9624060" y="5477256"/>
            <a:ext cx="155448" cy="201168"/>
          </a:xfrm>
          <a:prstGeom prst="chevron">
            <a:avLst/>
          </a:prstGeom>
          <a:solidFill>
            <a:srgbClr val="8C8C8C"/>
          </a:solidFill>
          <a:ln/>
        </p:spPr>
        <p:txBody>
          <a:bodyPr/>
          <a:lstStyle/>
          <a:p>
            <a:endParaRPr/>
          </a:p>
        </p:txBody>
      </p:sp>
      <p:sp>
        <p:nvSpPr>
          <p:cNvPr id="35" name="Shape 33"/>
          <p:cNvSpPr/>
          <p:nvPr/>
        </p:nvSpPr>
        <p:spPr>
          <a:xfrm>
            <a:off x="9784080" y="4892040"/>
            <a:ext cx="1700784" cy="1371600"/>
          </a:xfrm>
          <a:prstGeom prst="rect">
            <a:avLst/>
          </a:prstGeom>
          <a:solidFill>
            <a:srgbClr val="F3F6FB"/>
          </a:solidFill>
          <a:ln w="12700">
            <a:solidFill>
              <a:srgbClr val="D3D8E4"/>
            </a:solidFill>
            <a:prstDash val="solid"/>
          </a:ln>
        </p:spPr>
        <p:txBody>
          <a:bodyPr/>
          <a:lstStyle/>
          <a:p>
            <a:endParaRPr/>
          </a:p>
        </p:txBody>
      </p:sp>
      <p:sp>
        <p:nvSpPr>
          <p:cNvPr id="36" name="Shape 34"/>
          <p:cNvSpPr/>
          <p:nvPr/>
        </p:nvSpPr>
        <p:spPr>
          <a:xfrm>
            <a:off x="9784080" y="4892040"/>
            <a:ext cx="1700784" cy="292608"/>
          </a:xfrm>
          <a:prstGeom prst="rect">
            <a:avLst/>
          </a:prstGeom>
          <a:solidFill>
            <a:srgbClr val="141B4D"/>
          </a:solidFill>
          <a:ln/>
        </p:spPr>
        <p:txBody>
          <a:bodyPr/>
          <a:lstStyle/>
          <a:p>
            <a:endParaRPr/>
          </a:p>
        </p:txBody>
      </p:sp>
      <p:sp>
        <p:nvSpPr>
          <p:cNvPr id="37" name="Text 35"/>
          <p:cNvSpPr/>
          <p:nvPr/>
        </p:nvSpPr>
        <p:spPr>
          <a:xfrm>
            <a:off x="9784080" y="4892040"/>
            <a:ext cx="1700784"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Bundle 6</a:t>
            </a:r>
            <a:endParaRPr lang="en-US" sz="1000" dirty="0"/>
          </a:p>
        </p:txBody>
      </p:sp>
      <p:sp>
        <p:nvSpPr>
          <p:cNvPr id="38" name="Text 36"/>
          <p:cNvSpPr/>
          <p:nvPr/>
        </p:nvSpPr>
        <p:spPr>
          <a:xfrm>
            <a:off x="9875520" y="5239512"/>
            <a:ext cx="1517904" cy="603504"/>
          </a:xfrm>
          <a:prstGeom prst="rect">
            <a:avLst/>
          </a:prstGeom>
          <a:noFill/>
          <a:ln/>
        </p:spPr>
        <p:txBody>
          <a:bodyPr wrap="square" lIns="0" tIns="0" rIns="0" bIns="0" rtlCol="0" anchor="t">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IAM + Finance Integration</a:t>
            </a:r>
            <a:endParaRPr lang="en-US" sz="950" dirty="0"/>
          </a:p>
        </p:txBody>
      </p:sp>
      <p:sp>
        <p:nvSpPr>
          <p:cNvPr id="39" name="Text 37"/>
          <p:cNvSpPr/>
          <p:nvPr/>
        </p:nvSpPr>
        <p:spPr>
          <a:xfrm>
            <a:off x="9875520" y="5934456"/>
            <a:ext cx="1517904" cy="274320"/>
          </a:xfrm>
          <a:prstGeom prst="rect">
            <a:avLst/>
          </a:prstGeom>
          <a:noFill/>
          <a:ln/>
        </p:spPr>
        <p:txBody>
          <a:bodyPr wrap="square" lIns="0" tIns="0" rIns="0" bIns="0" rtlCol="0" anchor="ctr"/>
          <a:lstStyle/>
          <a:p>
            <a:pPr marL="0" indent="0" algn="ctr">
              <a:buNone/>
            </a:pPr>
            <a:r>
              <a:rPr lang="en-US" sz="900" b="1" dirty="0">
                <a:solidFill>
                  <a:srgbClr val="141B4D"/>
                </a:solidFill>
                <a:latin typeface="Arial" pitchFamily="34" charset="0"/>
                <a:ea typeface="Arial" pitchFamily="34" charset="-122"/>
                <a:cs typeface="Arial" pitchFamily="34" charset="-120"/>
              </a:rPr>
              <a:t>Final phase</a:t>
            </a:r>
            <a:endParaRPr lang="en-US" sz="900" dirty="0"/>
          </a:p>
        </p:txBody>
      </p:sp>
      <p:sp>
        <p:nvSpPr>
          <p:cNvPr id="40" name="Text 38"/>
          <p:cNvSpPr/>
          <p:nvPr/>
        </p:nvSpPr>
        <p:spPr>
          <a:xfrm>
            <a:off x="457200" y="6547104"/>
            <a:ext cx="9601200" cy="256032"/>
          </a:xfrm>
          <a:prstGeom prst="rect">
            <a:avLst/>
          </a:prstGeom>
          <a:noFill/>
          <a:ln/>
        </p:spPr>
        <p:txBody>
          <a:bodyPr wrap="square" lIns="0" tIns="0" rIns="0" bIns="0" rtlCol="0" anchor="ctr"/>
          <a:lstStyle/>
          <a:p>
            <a:pPr marL="0" indent="0" algn="l">
              <a:buNone/>
            </a:pPr>
            <a:r>
              <a:rPr lang="en-US" sz="750" dirty="0">
                <a:solidFill>
                  <a:srgbClr val="8C8C8C"/>
                </a:solidFill>
                <a:latin typeface="Arial" pitchFamily="34" charset="0"/>
                <a:ea typeface="Arial" pitchFamily="34" charset="-122"/>
                <a:cs typeface="Arial" pitchFamily="34" charset="-120"/>
              </a:rPr>
              <a:t>Pet Portfolio Delivery – Executive Delivery Committee  |  Data as of 7/31/2026</a:t>
            </a:r>
            <a:endParaRPr lang="en-US" sz="750" dirty="0"/>
          </a:p>
        </p:txBody>
      </p:sp>
      <p:sp>
        <p:nvSpPr>
          <p:cNvPr id="41" name="Slide Number Placeholder 0"/>
          <p:cNvSpPr>
            <a:spLocks noGrp="1"/>
          </p:cNvSpPr>
          <p:nvPr>
            <p:ph type="sldNum" sz="quarter" idx="4294967295"/>
          </p:nvPr>
        </p:nvSpPr>
        <p:spPr>
          <a:xfrm>
            <a:off x="11795760" y="6547104"/>
            <a:ext cx="365760" cy="256032"/>
          </a:xfrm>
          <a:prstGeom prst="rect">
            <a:avLst/>
          </a:prstGeom>
          <a:extLst>
            <a:ext uri="{C572A759-6A51-4108-AA02-DFA0A04FC94B}">
              <ma14:wrappingTextBoxFlag xmlns="" xmlns:ma14="http://schemas.microsoft.com/office/mac/drawingml/2011/main" val="0"/>
            </a:ext>
          </a:extLst>
        </p:spPr>
        <p:txBody>
          <a:bodyPr/>
          <a:lstStyle>
            <a:lvl1pPr>
              <a:defRPr sz="800">
                <a:solidFill>
                  <a:srgbClr val="8C8C8C"/>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1274552" cy="566928"/>
          </a:xfrm>
          <a:prstGeom prst="rect">
            <a:avLst/>
          </a:prstGeom>
          <a:noFill/>
          <a:ln/>
        </p:spPr>
        <p:txBody>
          <a:bodyPr wrap="square" lIns="0" tIns="0" rIns="0" bIns="0" rtlCol="0" anchor="ctr">
            <a:normAutofit/>
          </a:bodyPr>
          <a:lstStyle/>
          <a:p>
            <a:pPr marL="0" indent="0" algn="l">
              <a:buNone/>
            </a:pPr>
            <a:r>
              <a:rPr lang="en-US" sz="1900" b="1" dirty="0">
                <a:solidFill>
                  <a:srgbClr val="0047BB"/>
                </a:solidFill>
                <a:latin typeface="Georgia" pitchFamily="34" charset="0"/>
                <a:ea typeface="Georgia" pitchFamily="34" charset="-122"/>
                <a:cs typeface="Georgia" pitchFamily="34" charset="-120"/>
              </a:rPr>
              <a:t>2026 contingency is fully directed to $0 remaining; 2027 planning is underway</a:t>
            </a:r>
            <a:endParaRPr lang="en-US" sz="1900" dirty="0"/>
          </a:p>
        </p:txBody>
      </p:sp>
      <p:sp>
        <p:nvSpPr>
          <p:cNvPr id="3" name="Text 1"/>
          <p:cNvSpPr/>
          <p:nvPr/>
        </p:nvSpPr>
        <p:spPr>
          <a:xfrm>
            <a:off x="457200" y="841248"/>
            <a:ext cx="11274552" cy="237744"/>
          </a:xfrm>
          <a:prstGeom prst="rect">
            <a:avLst/>
          </a:prstGeom>
          <a:noFill/>
          <a:ln/>
        </p:spPr>
        <p:txBody>
          <a:bodyPr wrap="square" lIns="0" tIns="0" rIns="0" bIns="0" rtlCol="0" anchor="ctr">
            <a:normAutofit/>
          </a:bodyPr>
          <a:lstStyle/>
          <a:p>
            <a:pPr marL="0" indent="0" algn="l">
              <a:buNone/>
            </a:pPr>
            <a:r>
              <a:rPr lang="en-US" sz="1050" i="1" dirty="0">
                <a:solidFill>
                  <a:srgbClr val="5A5A5A"/>
                </a:solidFill>
                <a:latin typeface="Arial" pitchFamily="34" charset="0"/>
                <a:ea typeface="Arial" pitchFamily="34" charset="-122"/>
                <a:cs typeface="Arial" pitchFamily="34" charset="-120"/>
              </a:rPr>
              <a:t>Updated: As of early August</a:t>
            </a:r>
            <a:endParaRPr lang="en-US" sz="1050" dirty="0"/>
          </a:p>
        </p:txBody>
      </p:sp>
      <p:sp>
        <p:nvSpPr>
          <p:cNvPr id="4" name="Shape 2"/>
          <p:cNvSpPr/>
          <p:nvPr/>
        </p:nvSpPr>
        <p:spPr>
          <a:xfrm>
            <a:off x="457200" y="1115568"/>
            <a:ext cx="11274552" cy="0"/>
          </a:xfrm>
          <a:prstGeom prst="line">
            <a:avLst/>
          </a:prstGeom>
          <a:noFill/>
          <a:ln w="12700">
            <a:solidFill>
              <a:srgbClr val="D3D8E4"/>
            </a:solidFill>
            <a:prstDash val="solid"/>
          </a:ln>
        </p:spPr>
        <p:txBody>
          <a:bodyPr/>
          <a:lstStyle/>
          <a:p>
            <a:endParaRPr/>
          </a:p>
        </p:txBody>
      </p:sp>
      <p:sp>
        <p:nvSpPr>
          <p:cNvPr id="5" name="Shape 3"/>
          <p:cNvSpPr/>
          <p:nvPr/>
        </p:nvSpPr>
        <p:spPr>
          <a:xfrm>
            <a:off x="457200" y="1170432"/>
            <a:ext cx="5806440" cy="5212080"/>
          </a:xfrm>
          <a:prstGeom prst="rect">
            <a:avLst/>
          </a:prstGeom>
          <a:solidFill>
            <a:srgbClr val="F3F6FB"/>
          </a:solidFill>
          <a:ln w="12700">
            <a:solidFill>
              <a:srgbClr val="D3D8E4"/>
            </a:solidFill>
            <a:prstDash val="solid"/>
          </a:ln>
        </p:spPr>
        <p:txBody>
          <a:bodyPr/>
          <a:lstStyle/>
          <a:p>
            <a:endParaRPr/>
          </a:p>
        </p:txBody>
      </p:sp>
      <p:sp>
        <p:nvSpPr>
          <p:cNvPr id="6" name="Text 4"/>
          <p:cNvSpPr/>
          <p:nvPr/>
        </p:nvSpPr>
        <p:spPr>
          <a:xfrm>
            <a:off x="621792" y="1280160"/>
            <a:ext cx="5477256" cy="256032"/>
          </a:xfrm>
          <a:prstGeom prst="rect">
            <a:avLst/>
          </a:prstGeom>
          <a:noFill/>
          <a:ln/>
        </p:spPr>
        <p:txBody>
          <a:bodyPr wrap="square" lIns="0" tIns="0" rIns="0" bIns="0" rtlCol="0" anchor="ctr">
            <a:normAutofit/>
          </a:bodyPr>
          <a:lstStyle/>
          <a:p>
            <a:pPr marL="0" indent="0" algn="l">
              <a:buNone/>
            </a:pPr>
            <a:r>
              <a:rPr lang="en-US" sz="1050" b="1" dirty="0">
                <a:solidFill>
                  <a:srgbClr val="0047BB"/>
                </a:solidFill>
                <a:latin typeface="Arial" pitchFamily="34" charset="0"/>
                <a:ea typeface="Arial" pitchFamily="34" charset="-122"/>
                <a:cs typeface="Arial" pitchFamily="34" charset="-120"/>
              </a:rPr>
              <a:t>2026 contingency close-out</a:t>
            </a:r>
            <a:endParaRPr lang="en-US" sz="1050" dirty="0"/>
          </a:p>
        </p:txBody>
      </p:sp>
      <p:sp>
        <p:nvSpPr>
          <p:cNvPr id="7" name="Text 5"/>
          <p:cNvSpPr/>
          <p:nvPr/>
        </p:nvSpPr>
        <p:spPr>
          <a:xfrm>
            <a:off x="621792" y="1591056"/>
            <a:ext cx="5477256" cy="4645152"/>
          </a:xfrm>
          <a:prstGeom prst="rect">
            <a:avLst/>
          </a:prstGeom>
          <a:noFill/>
          <a:ln/>
        </p:spPr>
        <p:txBody>
          <a:bodyPr wrap="square" lIns="0" tIns="0" rIns="0" bIns="0" rtlCol="0" anchor="t">
            <a:normAutofit/>
          </a:bodyPr>
          <a:lstStyle/>
          <a:p>
            <a:pPr marL="152400" indent="-152400">
              <a:spcAft>
                <a:spcPts val="600"/>
              </a:spcAft>
              <a:buSzPct val="100000"/>
              <a:buChar char="•"/>
            </a:pPr>
            <a:r>
              <a:rPr lang="en-US" sz="950" dirty="0">
                <a:solidFill>
                  <a:srgbClr val="222222"/>
                </a:solidFill>
                <a:latin typeface="Arial" pitchFamily="34" charset="0"/>
                <a:ea typeface="Arial" pitchFamily="34" charset="-122"/>
                <a:cs typeface="Arial" pitchFamily="34" charset="-120"/>
              </a:rPr>
              <a:t>Original 2026 contingency pool: ~$2.4M ($2,502,145, incl. product profitability support)</a:t>
            </a:r>
            <a:endParaRPr lang="en-US" sz="950" dirty="0"/>
          </a:p>
          <a:p>
            <a:pPr marL="152400" indent="-152400">
              <a:spcAft>
                <a:spcPts val="600"/>
              </a:spcAft>
              <a:buSzPct val="100000"/>
              <a:buChar char="•"/>
            </a:pPr>
            <a:r>
              <a:rPr lang="en-US" sz="950" dirty="0">
                <a:solidFill>
                  <a:srgbClr val="222222"/>
                </a:solidFill>
                <a:latin typeface="Arial" pitchFamily="34" charset="0"/>
                <a:ea typeface="Arial" pitchFamily="34" charset="-122"/>
                <a:cs typeface="Arial" pitchFamily="34" charset="-120"/>
              </a:rPr>
              <a:t>17 OpX-approved items funded across prior reviews (–$1.27M), leaving $1,230,265 to direct</a:t>
            </a:r>
            <a:endParaRPr lang="en-US" sz="950" dirty="0"/>
          </a:p>
          <a:p>
            <a:pPr marL="152400" indent="-152400">
              <a:spcAft>
                <a:spcPts val="600"/>
              </a:spcAft>
              <a:buSzPct val="100000"/>
              <a:buChar char="•"/>
            </a:pPr>
            <a:r>
              <a:rPr lang="en-US" sz="950" dirty="0">
                <a:solidFill>
                  <a:srgbClr val="222222"/>
                </a:solidFill>
                <a:latin typeface="Arial" pitchFamily="34" charset="0"/>
                <a:ea typeface="Arial" pitchFamily="34" charset="-122"/>
                <a:cs typeface="Arial" pitchFamily="34" charset="-120"/>
              </a:rPr>
              <a:t>Newly approved Tech-recommended work of $1,230,265 draws the remaining balance near $0.</a:t>
            </a:r>
            <a:endParaRPr lang="en-US" sz="950" dirty="0"/>
          </a:p>
          <a:p>
            <a:pPr marL="609600" lvl="1" indent="-152400">
              <a:spcAft>
                <a:spcPts val="600"/>
              </a:spcAft>
              <a:buSzPct val="100000"/>
              <a:buChar char="•"/>
            </a:pPr>
            <a:r>
              <a:rPr lang="en-US" sz="950" dirty="0">
                <a:solidFill>
                  <a:srgbClr val="222222"/>
                </a:solidFill>
                <a:latin typeface="Arial" pitchFamily="34" charset="0"/>
                <a:ea typeface="Arial" pitchFamily="34" charset="-122"/>
                <a:cs typeface="Arial" pitchFamily="34" charset="-120"/>
              </a:rPr>
              <a:t>GIN long-term stability (support 1.25–2.0M policies): ($463,000)</a:t>
            </a:r>
            <a:endParaRPr lang="en-US" sz="950" dirty="0"/>
          </a:p>
          <a:p>
            <a:pPr marL="609600" lvl="1" indent="-152400">
              <a:spcAft>
                <a:spcPts val="600"/>
              </a:spcAft>
              <a:buSzPct val="100000"/>
              <a:buChar char="•"/>
            </a:pPr>
            <a:r>
              <a:rPr lang="en-US" sz="950" dirty="0">
                <a:solidFill>
                  <a:srgbClr val="222222"/>
                </a:solidFill>
                <a:latin typeface="Arial" pitchFamily="34" charset="0"/>
                <a:ea typeface="Arial" pitchFamily="34" charset="-122"/>
                <a:cs typeface="Arial" pitchFamily="34" charset="-120"/>
              </a:rPr>
              <a:t>GIN API v.5: ($350,000)</a:t>
            </a:r>
            <a:endParaRPr lang="en-US" sz="950" dirty="0"/>
          </a:p>
          <a:p>
            <a:pPr marL="609600" lvl="1" indent="-152400">
              <a:spcAft>
                <a:spcPts val="600"/>
              </a:spcAft>
              <a:buSzPct val="100000"/>
              <a:buChar char="•"/>
            </a:pPr>
            <a:r>
              <a:rPr lang="en-US" sz="950" dirty="0">
                <a:solidFill>
                  <a:srgbClr val="222222"/>
                </a:solidFill>
                <a:latin typeface="Arial" pitchFamily="34" charset="0"/>
                <a:ea typeface="Arial" pitchFamily="34" charset="-122"/>
                <a:cs typeface="Arial" pitchFamily="34" charset="-120"/>
              </a:rPr>
              <a:t>Employer Portal Post-MVP (multi-pay frequency, termination in UI, Sales AE enrollment reporting): ($250,000)</a:t>
            </a:r>
            <a:endParaRPr lang="en-US" sz="950" dirty="0"/>
          </a:p>
          <a:p>
            <a:pPr marL="609600" lvl="1" indent="-152400">
              <a:spcAft>
                <a:spcPts val="600"/>
              </a:spcAft>
              <a:buSzPct val="100000"/>
              <a:buChar char="•"/>
            </a:pPr>
            <a:r>
              <a:rPr lang="en-US" sz="950" dirty="0">
                <a:solidFill>
                  <a:srgbClr val="222222"/>
                </a:solidFill>
                <a:latin typeface="Arial" pitchFamily="34" charset="0"/>
                <a:ea typeface="Arial" pitchFamily="34" charset="-122"/>
                <a:cs typeface="Arial" pitchFamily="34" charset="-120"/>
              </a:rPr>
              <a:t>PPT Acceleration (NY &amp; Legacy product build): (~$167,265)</a:t>
            </a:r>
            <a:endParaRPr lang="en-US" sz="950" dirty="0"/>
          </a:p>
        </p:txBody>
      </p:sp>
      <p:sp>
        <p:nvSpPr>
          <p:cNvPr id="8" name="Text 6"/>
          <p:cNvSpPr/>
          <p:nvPr/>
        </p:nvSpPr>
        <p:spPr>
          <a:xfrm>
            <a:off x="6446520" y="1188720"/>
            <a:ext cx="5285232" cy="256032"/>
          </a:xfrm>
          <a:prstGeom prst="rect">
            <a:avLst/>
          </a:prstGeom>
          <a:noFill/>
          <a:ln/>
        </p:spPr>
        <p:txBody>
          <a:bodyPr wrap="square" lIns="0" tIns="0" rIns="0" bIns="0" rtlCol="0" anchor="ctr">
            <a:normAutofit/>
          </a:bodyPr>
          <a:lstStyle/>
          <a:p>
            <a:pPr marL="0" indent="0" algn="l">
              <a:buNone/>
            </a:pPr>
            <a:r>
              <a:rPr lang="en-US" sz="1050" b="1" dirty="0">
                <a:solidFill>
                  <a:srgbClr val="0047BB"/>
                </a:solidFill>
                <a:latin typeface="Arial" pitchFamily="34" charset="0"/>
                <a:ea typeface="Arial" pitchFamily="34" charset="-122"/>
                <a:cs typeface="Arial" pitchFamily="34" charset="-120"/>
              </a:rPr>
              <a:t>Reserves monitored monthly (after financial close)</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46520" y="1481328"/>
          <a:ext cx="5285232" cy="1243584"/>
        </p:xfrm>
        <a:graphic>
          <a:graphicData uri="http://schemas.openxmlformats.org/drawingml/2006/table">
            <a:tbl>
              <a:tblPr/>
              <a:tblGrid>
                <a:gridCol w="3913632">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10896">
                <a:tc>
                  <a:txBody>
                    <a:bodyPr/>
                    <a:lstStyle/>
                    <a:p>
                      <a:pPr marL="0" indent="0">
                        <a:buNone/>
                      </a:pPr>
                      <a:r>
                        <a:rPr lang="en-US" sz="950" b="1" dirty="0">
                          <a:solidFill>
                            <a:srgbClr val="FFFFFF"/>
                          </a:solidFill>
                          <a:latin typeface="Arial" pitchFamily="34" charset="0"/>
                          <a:ea typeface="Arial" pitchFamily="34" charset="-122"/>
                          <a:cs typeface="Arial" pitchFamily="34" charset="-120"/>
                        </a:rPr>
                        <a:t>Reserve</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0047BB"/>
                    </a:solidFill>
                  </a:tcPr>
                </a:tc>
                <a:tc>
                  <a:txBody>
                    <a:bodyPr/>
                    <a:lstStyle/>
                    <a:p>
                      <a:pPr marL="0" indent="0" algn="r">
                        <a:buNone/>
                      </a:pPr>
                      <a:r>
                        <a:rPr lang="en-US" sz="950" b="1" dirty="0">
                          <a:solidFill>
                            <a:srgbClr val="FFFFFF"/>
                          </a:solidFill>
                          <a:latin typeface="Arial" pitchFamily="34" charset="0"/>
                          <a:ea typeface="Arial" pitchFamily="34" charset="-122"/>
                          <a:cs typeface="Arial" pitchFamily="34" charset="-120"/>
                        </a:rPr>
                        <a:t>Amount</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310896">
                <a:tc>
                  <a:txBody>
                    <a:bodyPr/>
                    <a:lstStyle/>
                    <a:p>
                      <a:pPr marL="0" indent="0">
                        <a:buNone/>
                      </a:pPr>
                      <a:r>
                        <a:rPr lang="en-US" sz="950" dirty="0">
                          <a:solidFill>
                            <a:srgbClr val="222222"/>
                          </a:solidFill>
                          <a:latin typeface="Arial" pitchFamily="34" charset="0"/>
                          <a:ea typeface="Arial" pitchFamily="34" charset="-122"/>
                          <a:cs typeface="Arial" pitchFamily="34" charset="-120"/>
                        </a:rPr>
                        <a:t>Compliance Reserve</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3F6FB"/>
                    </a:solidFill>
                  </a:tcPr>
                </a:tc>
                <a:tc>
                  <a:txBody>
                    <a:bodyPr/>
                    <a:lstStyle/>
                    <a:p>
                      <a:pPr marL="0" indent="0" algn="r">
                        <a:buNone/>
                      </a:pPr>
                      <a:r>
                        <a:rPr lang="en-US" sz="950" b="1" dirty="0">
                          <a:solidFill>
                            <a:srgbClr val="141B4D"/>
                          </a:solidFill>
                          <a:latin typeface="Arial" pitchFamily="34" charset="0"/>
                          <a:ea typeface="Arial" pitchFamily="34" charset="-122"/>
                          <a:cs typeface="Arial" pitchFamily="34" charset="-120"/>
                        </a:rPr>
                        <a:t>$348,358</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3F6FB"/>
                    </a:solidFill>
                  </a:tcPr>
                </a:tc>
                <a:extLst>
                  <a:ext uri="{0D108BD9-81ED-4DB2-BD59-A6C34878D82A}">
                    <a16:rowId xmlns:a16="http://schemas.microsoft.com/office/drawing/2014/main" val="10001"/>
                  </a:ext>
                </a:extLst>
              </a:tr>
              <a:tr h="310896">
                <a:tc>
                  <a:txBody>
                    <a:bodyPr/>
                    <a:lstStyle/>
                    <a:p>
                      <a:pPr marL="0" indent="0">
                        <a:buNone/>
                      </a:pPr>
                      <a:r>
                        <a:rPr lang="en-US" sz="950" dirty="0">
                          <a:solidFill>
                            <a:srgbClr val="222222"/>
                          </a:solidFill>
                          <a:latin typeface="Arial" pitchFamily="34" charset="0"/>
                          <a:ea typeface="Arial" pitchFamily="34" charset="-122"/>
                          <a:cs typeface="Arial" pitchFamily="34" charset="-120"/>
                        </a:rPr>
                        <a:t>Product Rate Refresh / profitability</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41B4D"/>
                          </a:solidFill>
                          <a:latin typeface="Arial" pitchFamily="34" charset="0"/>
                          <a:ea typeface="Arial" pitchFamily="34" charset="-122"/>
                          <a:cs typeface="Arial" pitchFamily="34" charset="-120"/>
                        </a:rPr>
                        <a:t>$106,200</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950" b="1" dirty="0">
                          <a:solidFill>
                            <a:srgbClr val="0047BB"/>
                          </a:solidFill>
                          <a:latin typeface="Arial" pitchFamily="34" charset="0"/>
                          <a:ea typeface="Arial" pitchFamily="34" charset="-122"/>
                          <a:cs typeface="Arial" pitchFamily="34" charset="-120"/>
                        </a:rPr>
                        <a:t>Combined reserve to monitor</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E9EFFA"/>
                    </a:solidFill>
                  </a:tcPr>
                </a:tc>
                <a:tc>
                  <a:txBody>
                    <a:bodyPr/>
                    <a:lstStyle/>
                    <a:p>
                      <a:pPr marL="0" indent="0" algn="r">
                        <a:buNone/>
                      </a:pPr>
                      <a:r>
                        <a:rPr lang="en-US" sz="950" b="1" dirty="0">
                          <a:solidFill>
                            <a:srgbClr val="0047BB"/>
                          </a:solidFill>
                          <a:latin typeface="Arial" pitchFamily="34" charset="0"/>
                          <a:ea typeface="Arial" pitchFamily="34" charset="-122"/>
                          <a:cs typeface="Arial" pitchFamily="34" charset="-120"/>
                        </a:rPr>
                        <a:t>$454,558</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E9EFFA"/>
                    </a:solidFill>
                  </a:tcPr>
                </a:tc>
                <a:extLst>
                  <a:ext uri="{0D108BD9-81ED-4DB2-BD59-A6C34878D82A}">
                    <a16:rowId xmlns:a16="http://schemas.microsoft.com/office/drawing/2014/main" val="10003"/>
                  </a:ext>
                </a:extLst>
              </a:tr>
            </a:tbl>
          </a:graphicData>
        </a:graphic>
      </p:graphicFrame>
      <p:sp>
        <p:nvSpPr>
          <p:cNvPr id="10" name="Text 7"/>
          <p:cNvSpPr/>
          <p:nvPr/>
        </p:nvSpPr>
        <p:spPr>
          <a:xfrm>
            <a:off x="6446520" y="2798064"/>
            <a:ext cx="5285232" cy="365760"/>
          </a:xfrm>
          <a:prstGeom prst="rect">
            <a:avLst/>
          </a:prstGeom>
          <a:noFill/>
          <a:ln/>
        </p:spPr>
        <p:txBody>
          <a:bodyPr wrap="square" lIns="0" tIns="0" rIns="0" bIns="0" rtlCol="0" anchor="t">
            <a:normAutofit/>
          </a:bodyPr>
          <a:lstStyle/>
          <a:p>
            <a:pPr marL="0" indent="0">
              <a:buNone/>
            </a:pPr>
            <a:r>
              <a:rPr lang="en-US" sz="800" i="1" dirty="0">
                <a:solidFill>
                  <a:srgbClr val="5A5A5A"/>
                </a:solidFill>
                <a:latin typeface="Arial" pitchFamily="34" charset="0"/>
                <a:ea typeface="Arial" pitchFamily="34" charset="-122"/>
                <a:cs typeface="Arial" pitchFamily="34" charset="-120"/>
              </a:rPr>
              <a:t>Compliance Reserve started at $448,358; reduced by MA Junk Fee Regulation ($100,000).</a:t>
            </a:r>
            <a:endParaRPr lang="en-US" sz="800" dirty="0"/>
          </a:p>
        </p:txBody>
      </p:sp>
      <p:sp>
        <p:nvSpPr>
          <p:cNvPr id="11" name="Text 8"/>
          <p:cNvSpPr/>
          <p:nvPr/>
        </p:nvSpPr>
        <p:spPr>
          <a:xfrm>
            <a:off x="6446520" y="3273552"/>
            <a:ext cx="5285232" cy="256032"/>
          </a:xfrm>
          <a:prstGeom prst="rect">
            <a:avLst/>
          </a:prstGeom>
          <a:noFill/>
          <a:ln/>
        </p:spPr>
        <p:txBody>
          <a:bodyPr wrap="square" lIns="0" tIns="0" rIns="0" bIns="0" rtlCol="0" anchor="ctr">
            <a:normAutofit/>
          </a:bodyPr>
          <a:lstStyle/>
          <a:p>
            <a:pPr marL="0" indent="0" algn="l">
              <a:buNone/>
            </a:pPr>
            <a:r>
              <a:rPr lang="en-US" sz="1050" b="1" dirty="0">
                <a:solidFill>
                  <a:srgbClr val="0047BB"/>
                </a:solidFill>
                <a:latin typeface="Arial" pitchFamily="34" charset="0"/>
                <a:ea typeface="Arial" pitchFamily="34" charset="-122"/>
                <a:cs typeface="Arial" pitchFamily="34" charset="-120"/>
              </a:rPr>
              <a:t>2027 planning — four budget buckets</a:t>
            </a:r>
            <a:endParaRPr lang="en-US" sz="1050" dirty="0"/>
          </a:p>
        </p:txBody>
      </p:sp>
      <p:graphicFrame>
        <p:nvGraphicFramePr>
          <p:cNvPr id="12" name="Table 1"/>
          <p:cNvGraphicFramePr>
            <a:graphicFrameLocks noGrp="1"/>
          </p:cNvGraphicFramePr>
          <p:nvPr>
            <p:extLst>
              <p:ext uri="{D42A27DB-BD31-4B8C-83A1-F6EECF244321}">
                <p14:modId xmlns:p14="http://schemas.microsoft.com/office/powerpoint/2010/main" val="3652085282"/>
              </p:ext>
            </p:extLst>
          </p:nvPr>
        </p:nvGraphicFramePr>
        <p:xfrm>
          <a:off x="6446520" y="3566160"/>
          <a:ext cx="5285232" cy="1583944"/>
        </p:xfrm>
        <a:graphic>
          <a:graphicData uri="http://schemas.openxmlformats.org/drawingml/2006/table">
            <a:tbl>
              <a:tblPr/>
              <a:tblGrid>
                <a:gridCol w="3730752">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10896">
                <a:tc>
                  <a:txBody>
                    <a:bodyPr/>
                    <a:lstStyle/>
                    <a:p>
                      <a:pPr marL="0" indent="0">
                        <a:buNone/>
                      </a:pPr>
                      <a:r>
                        <a:rPr lang="en-US" sz="950" b="1" dirty="0">
                          <a:solidFill>
                            <a:srgbClr val="FFFFFF"/>
                          </a:solidFill>
                          <a:latin typeface="Arial" pitchFamily="34" charset="0"/>
                          <a:ea typeface="Arial" pitchFamily="34" charset="-122"/>
                          <a:cs typeface="Arial" pitchFamily="34" charset="-120"/>
                        </a:rPr>
                        <a:t>Bucket</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0047BB"/>
                    </a:solidFill>
                  </a:tcPr>
                </a:tc>
                <a:tc>
                  <a:txBody>
                    <a:bodyPr/>
                    <a:lstStyle/>
                    <a:p>
                      <a:pPr marL="0" indent="0" algn="r">
                        <a:buNone/>
                      </a:pPr>
                      <a:r>
                        <a:rPr lang="en-US" sz="950" b="1" dirty="0">
                          <a:solidFill>
                            <a:srgbClr val="FFFFFF"/>
                          </a:solidFill>
                          <a:latin typeface="Arial" pitchFamily="34" charset="0"/>
                          <a:ea typeface="Arial" pitchFamily="34" charset="-122"/>
                          <a:cs typeface="Arial" pitchFamily="34" charset="-120"/>
                        </a:rPr>
                        <a:t>Planning value</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310896">
                <a:tc>
                  <a:txBody>
                    <a:bodyPr/>
                    <a:lstStyle/>
                    <a:p>
                      <a:pPr marL="0" indent="0">
                        <a:buNone/>
                      </a:pPr>
                      <a:r>
                        <a:rPr lang="en-US" sz="950" dirty="0">
                          <a:solidFill>
                            <a:srgbClr val="222222"/>
                          </a:solidFill>
                          <a:latin typeface="Arial" pitchFamily="34" charset="0"/>
                          <a:ea typeface="Arial" pitchFamily="34" charset="-122"/>
                          <a:cs typeface="Arial" pitchFamily="34" charset="-120"/>
                        </a:rPr>
                        <a:t>A · Pet Transformation (PPT)</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3F6FB"/>
                    </a:solidFill>
                  </a:tcPr>
                </a:tc>
                <a:tc>
                  <a:txBody>
                    <a:bodyPr/>
                    <a:lstStyle/>
                    <a:p>
                      <a:pPr marL="0" indent="0" algn="r">
                        <a:buNone/>
                      </a:pPr>
                      <a:r>
                        <a:rPr lang="en-US" sz="950" b="1" dirty="0">
                          <a:solidFill>
                            <a:srgbClr val="141B4D"/>
                          </a:solidFill>
                          <a:latin typeface="Arial" pitchFamily="34" charset="0"/>
                          <a:ea typeface="Arial" pitchFamily="34" charset="-122"/>
                          <a:cs typeface="Arial" pitchFamily="34" charset="-120"/>
                        </a:rPr>
                        <a:t>$4M</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3F6FB"/>
                    </a:solidFill>
                  </a:tcPr>
                </a:tc>
                <a:extLst>
                  <a:ext uri="{0D108BD9-81ED-4DB2-BD59-A6C34878D82A}">
                    <a16:rowId xmlns:a16="http://schemas.microsoft.com/office/drawing/2014/main" val="10001"/>
                  </a:ext>
                </a:extLst>
              </a:tr>
              <a:tr h="310896">
                <a:tc>
                  <a:txBody>
                    <a:bodyPr/>
                    <a:lstStyle/>
                    <a:p>
                      <a:pPr marL="0" indent="0">
                        <a:buNone/>
                      </a:pPr>
                      <a:r>
                        <a:rPr lang="en-US" sz="950" dirty="0">
                          <a:solidFill>
                            <a:srgbClr val="222222"/>
                          </a:solidFill>
                          <a:latin typeface="Arial" pitchFamily="34" charset="0"/>
                          <a:ea typeface="Arial" pitchFamily="34" charset="-122"/>
                          <a:cs typeface="Arial" pitchFamily="34" charset="-120"/>
                        </a:rPr>
                        <a:t>C · Core Operations</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41B4D"/>
                          </a:solidFill>
                          <a:latin typeface="Arial" pitchFamily="34" charset="0"/>
                          <a:ea typeface="Arial" pitchFamily="34" charset="-122"/>
                          <a:cs typeface="Arial" pitchFamily="34" charset="-120"/>
                        </a:rPr>
                        <a:t>$8.55M</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950" dirty="0">
                          <a:solidFill>
                            <a:srgbClr val="222222"/>
                          </a:solidFill>
                          <a:latin typeface="Arial" pitchFamily="34" charset="0"/>
                          <a:ea typeface="Arial" pitchFamily="34" charset="-122"/>
                          <a:cs typeface="Arial" pitchFamily="34" charset="-120"/>
                        </a:rPr>
                        <a:t>G · Growth</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3F6FB"/>
                    </a:solidFill>
                  </a:tcPr>
                </a:tc>
                <a:tc>
                  <a:txBody>
                    <a:bodyPr/>
                    <a:lstStyle/>
                    <a:p>
                      <a:pPr marL="0" indent="0" algn="r">
                        <a:buNone/>
                      </a:pPr>
                      <a:r>
                        <a:rPr lang="en-US" sz="950" b="1" dirty="0">
                          <a:solidFill>
                            <a:srgbClr val="141B4D"/>
                          </a:solidFill>
                          <a:latin typeface="Arial" pitchFamily="34" charset="0"/>
                          <a:ea typeface="Arial" pitchFamily="34" charset="-122"/>
                          <a:cs typeface="Arial" pitchFamily="34" charset="-120"/>
                        </a:rPr>
                        <a:t>$5M</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3F6FB"/>
                    </a:solidFill>
                  </a:tcPr>
                </a:tc>
                <a:extLst>
                  <a:ext uri="{0D108BD9-81ED-4DB2-BD59-A6C34878D82A}">
                    <a16:rowId xmlns:a16="http://schemas.microsoft.com/office/drawing/2014/main" val="10003"/>
                  </a:ext>
                </a:extLst>
              </a:tr>
              <a:tr h="310896">
                <a:tc>
                  <a:txBody>
                    <a:bodyPr/>
                    <a:lstStyle/>
                    <a:p>
                      <a:pPr marL="0" indent="0">
                        <a:buNone/>
                      </a:pPr>
                      <a:r>
                        <a:rPr lang="en-US" sz="950" dirty="0">
                          <a:solidFill>
                            <a:srgbClr val="222222"/>
                          </a:solidFill>
                          <a:latin typeface="Arial" pitchFamily="34" charset="0"/>
                          <a:ea typeface="Arial" pitchFamily="34" charset="-122"/>
                          <a:cs typeface="Arial" pitchFamily="34" charset="-120"/>
                        </a:rPr>
                        <a:t>E · Enterprise (TailWIND Phase 2)</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41B4D"/>
                          </a:solidFill>
                          <a:latin typeface="Arial" pitchFamily="34" charset="0"/>
                          <a:ea typeface="Arial" charset="0"/>
                          <a:cs typeface="Arial" pitchFamily="34" charset="-120"/>
                        </a:rPr>
                        <a:t>Emerging as of end of July</a:t>
                      </a:r>
                      <a:endParaRPr lang="en-US" sz="950" dirty="0">
                        <a:latin typeface="Arial" charset="0"/>
                        <a:ea typeface="Arial" charset="0"/>
                        <a:cs typeface="Arial" charset="0"/>
                      </a:endParaRPr>
                    </a:p>
                  </a:txBody>
                  <a:tcPr marL="63500" marR="63500" marT="25400" marB="25400" anchor="ctr">
                    <a:lnL w="6350" cap="flat" cmpd="sng" algn="ctr">
                      <a:solidFill>
                        <a:srgbClr val="D3D8E4"/>
                      </a:solidFill>
                      <a:prstDash val="solid"/>
                      <a:round/>
                      <a:headEnd type="none" w="med" len="med"/>
                      <a:tailEnd type="none" w="med" len="med"/>
                    </a:lnL>
                    <a:lnR w="6350" cap="flat" cmpd="sng" algn="ctr">
                      <a:solidFill>
                        <a:srgbClr val="D3D8E4"/>
                      </a:solidFill>
                      <a:prstDash val="solid"/>
                      <a:round/>
                      <a:headEnd type="none" w="med" len="med"/>
                      <a:tailEnd type="none" w="med" len="med"/>
                    </a:lnR>
                    <a:lnT w="6350" cap="flat" cmpd="sng" algn="ctr">
                      <a:solidFill>
                        <a:srgbClr val="D3D8E4"/>
                      </a:solidFill>
                      <a:prstDash val="solid"/>
                      <a:round/>
                      <a:headEnd type="none" w="med" len="med"/>
                      <a:tailEnd type="none" w="med" len="med"/>
                    </a:lnT>
                    <a:lnB w="6350" cap="flat" cmpd="sng" algn="ctr">
                      <a:solidFill>
                        <a:srgbClr val="D3D8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3" name="Text 9"/>
          <p:cNvSpPr/>
          <p:nvPr/>
        </p:nvSpPr>
        <p:spPr>
          <a:xfrm>
            <a:off x="6446520" y="5175504"/>
            <a:ext cx="5285232" cy="914400"/>
          </a:xfrm>
          <a:prstGeom prst="rect">
            <a:avLst/>
          </a:prstGeom>
          <a:noFill/>
          <a:ln/>
        </p:spPr>
        <p:txBody>
          <a:bodyPr wrap="square" lIns="0" tIns="0" rIns="0" bIns="0" rtlCol="0" anchor="t">
            <a:normAutofit/>
          </a:bodyPr>
          <a:lstStyle/>
          <a:p>
            <a:pPr marL="0" indent="0">
              <a:buNone/>
            </a:pPr>
            <a:r>
              <a:rPr lang="en-US" sz="900" i="1" dirty="0">
                <a:solidFill>
                  <a:srgbClr val="5A5A5A"/>
                </a:solidFill>
                <a:latin typeface="Arial" pitchFamily="34" charset="0"/>
                <a:ea typeface="Arial" pitchFamily="34" charset="-122"/>
                <a:cs typeface="Arial" pitchFamily="34" charset="-120"/>
              </a:rPr>
              <a:t>Tagged work is moving into estimation for a Q1 2027 DDIT start; OpX roadmaps / sequencing are the input needed to lock the order of work.</a:t>
            </a:r>
            <a:endParaRPr lang="en-US" sz="900" dirty="0"/>
          </a:p>
        </p:txBody>
      </p:sp>
      <p:sp>
        <p:nvSpPr>
          <p:cNvPr id="14" name="Text 10"/>
          <p:cNvSpPr/>
          <p:nvPr/>
        </p:nvSpPr>
        <p:spPr>
          <a:xfrm>
            <a:off x="457200" y="6547104"/>
            <a:ext cx="9601200" cy="256032"/>
          </a:xfrm>
          <a:prstGeom prst="rect">
            <a:avLst/>
          </a:prstGeom>
          <a:noFill/>
          <a:ln/>
        </p:spPr>
        <p:txBody>
          <a:bodyPr wrap="square" lIns="0" tIns="0" rIns="0" bIns="0" rtlCol="0" anchor="ctr"/>
          <a:lstStyle/>
          <a:p>
            <a:pPr marL="0" indent="0" algn="l">
              <a:buNone/>
            </a:pPr>
            <a:r>
              <a:rPr lang="en-US" sz="750" dirty="0">
                <a:solidFill>
                  <a:srgbClr val="8C8C8C"/>
                </a:solidFill>
                <a:latin typeface="Arial" pitchFamily="34" charset="0"/>
                <a:ea typeface="Arial" pitchFamily="34" charset="-122"/>
                <a:cs typeface="Arial" pitchFamily="34" charset="-120"/>
              </a:rPr>
              <a:t>Pet Portfolio Delivery – Executive Delivery Committee  |  Data as of 7/31/2026</a:t>
            </a:r>
            <a:endParaRPr lang="en-US" sz="750" dirty="0"/>
          </a:p>
        </p:txBody>
      </p:sp>
      <p:sp>
        <p:nvSpPr>
          <p:cNvPr id="25" name="Slide Number Placeholder 0"/>
          <p:cNvSpPr>
            <a:spLocks noGrp="1"/>
          </p:cNvSpPr>
          <p:nvPr>
            <p:ph type="sldNum" sz="quarter" idx="4294967295"/>
          </p:nvPr>
        </p:nvSpPr>
        <p:spPr>
          <a:xfrm>
            <a:off x="11795760" y="6547104"/>
            <a:ext cx="365760" cy="256032"/>
          </a:xfrm>
          <a:prstGeom prst="rect">
            <a:avLst/>
          </a:prstGeom>
          <a:extLst>
            <a:ext uri="{C572A759-6A51-4108-AA02-DFA0A04FC94B}">
              <ma14:wrappingTextBoxFlag xmlns="" xmlns:ma14="http://schemas.microsoft.com/office/mac/drawingml/2011/main" val="0"/>
            </a:ext>
          </a:extLst>
        </p:spPr>
        <p:txBody>
          <a:bodyPr/>
          <a:lstStyle>
            <a:lvl1pPr>
              <a:defRPr sz="800">
                <a:solidFill>
                  <a:srgbClr val="8C8C8C"/>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Nationwide">
  <a:themeElements>
    <a:clrScheme name="Nationwide">
      <a:dk1>
        <a:srgbClr val="000000"/>
      </a:dk1>
      <a:lt1>
        <a:srgbClr val="FFFFFF"/>
      </a:lt1>
      <a:dk2>
        <a:srgbClr val="141B4D"/>
      </a:dk2>
      <a:lt2>
        <a:srgbClr val="0047BB"/>
      </a:lt2>
      <a:accent1>
        <a:srgbClr val="0047BB"/>
      </a:accent1>
      <a:accent2>
        <a:srgbClr val="141B4D"/>
      </a:accent2>
      <a:accent3>
        <a:srgbClr val="009788"/>
      </a:accent3>
      <a:accent4>
        <a:srgbClr val="005670"/>
      </a:accent4>
      <a:accent5>
        <a:srgbClr val="890C58"/>
      </a:accent5>
      <a:accent6>
        <a:srgbClr val="797166"/>
      </a:accent6>
      <a:hlink>
        <a:srgbClr val="0047BB"/>
      </a:hlink>
      <a:folHlink>
        <a:srgbClr val="0047BB"/>
      </a:folHlink>
    </a:clrScheme>
    <a:fontScheme name="Nationwide default font them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90000" tIns="46800" rIns="90000" bIns="46800" rtlCol="0" anchor="ctr"/>
      <a:lstStyle>
        <a:defPPr algn="ctr">
          <a:lnSpc>
            <a:spcPct val="90000"/>
          </a:lnSpc>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91440" tIns="91440" rIns="91440" bIns="91440" rtlCol="0">
        <a:noAutofit/>
      </a:bodyPr>
      <a:lstStyle>
        <a:defPPr algn="l">
          <a:lnSpc>
            <a:spcPct val="112000"/>
          </a:lnSpc>
          <a:defRPr sz="1400" dirty="0" smtClean="0">
            <a:solidFill>
              <a:schemeClr val="tx1"/>
            </a:solidFill>
          </a:defRPr>
        </a:defPPr>
      </a:lstStyle>
    </a:txDef>
  </a:objectDefaults>
  <a:extraClrSchemeLst/>
  <a:custClrLst>
    <a:custClr name="Vibrant Blue">
      <a:srgbClr val="0047BB"/>
    </a:custClr>
    <a:custClr name="White">
      <a:srgbClr val="FFFFFF"/>
    </a:custClr>
    <a:custClr name="Dark Blue">
      <a:srgbClr val="141B4D"/>
    </a:custClr>
    <a:custClr name="New Blue">
      <a:srgbClr val="002DA2"/>
    </a:custClr>
    <a:custClr name="Medium Blue">
      <a:srgbClr val="1F74DB"/>
    </a:custClr>
    <a:custClr name="Light Blue">
      <a:srgbClr val="8CC8E9"/>
    </a:custClr>
    <a:custClr name="Mint">
      <a:srgbClr val="6ECEB2"/>
    </a:custClr>
    <a:custClr name="Dark Mint">
      <a:srgbClr val="008775"/>
    </a:custClr>
    <a:custClr name="Sea Blue">
      <a:srgbClr val="72B0BD"/>
    </a:custClr>
    <a:custClr name="Dark Sea Blue">
      <a:srgbClr val="005670"/>
    </a:custClr>
    <a:custClr name="Lavender">
      <a:srgbClr val="D7A9E3"/>
    </a:custClr>
    <a:custClr name="Deep Purple">
      <a:srgbClr val="890C58"/>
    </a:custClr>
    <a:custClr name="Sunburst Orange">
      <a:srgbClr val="FF9800"/>
    </a:custClr>
    <a:custClr name="Cherry Red">
      <a:srgbClr val="CB333B"/>
    </a:custClr>
    <a:custClr name="Lemon Yellow">
      <a:srgbClr val="F9E27D"/>
    </a:custClr>
    <a:custClr name="Dark Mustard">
      <a:srgbClr val="C5A900"/>
    </a:custClr>
    <a:custClr name="Fossil">
      <a:srgbClr val="AFA9A0"/>
    </a:custClr>
    <a:custClr name="Dark Fossil">
      <a:srgbClr val="7A7266"/>
    </a:custClr>
    <a:custClr name="Pale Grey">
      <a:srgbClr val="D0D3D4"/>
    </a:custClr>
    <a:custClr name="Dark Grey">
      <a:srgbClr val="7E7E82"/>
    </a:custClr>
    <a:custClr name="Charcoal">
      <a:srgbClr val="171717"/>
    </a:custClr>
  </a:custClrLst>
  <a:extLst>
    <a:ext uri="{05A4C25C-085E-4340-85A3-A5531E510DB2}">
      <thm15:themeFamily xmlns:thm15="http://schemas.microsoft.com/office/thememl/2012/main" name="Nationwide" id="{F4F90CE3-7424-4506-BC5A-E299706ED123}" vid="{80D795CF-D9B6-48A6-9242-35405AB26F15}"/>
    </a:ext>
  </a:extLst>
</a:theme>
</file>

<file path=ppt/theme/theme2.xml><?xml version="1.0" encoding="utf-8"?>
<a:theme xmlns:a="http://schemas.openxmlformats.org/drawingml/2006/main" name="1_Nationwide">
  <a:themeElements>
    <a:clrScheme name="Nationwide">
      <a:dk1>
        <a:srgbClr val="000000"/>
      </a:dk1>
      <a:lt1>
        <a:srgbClr val="FFFFFF"/>
      </a:lt1>
      <a:dk2>
        <a:srgbClr val="141B4D"/>
      </a:dk2>
      <a:lt2>
        <a:srgbClr val="0047BB"/>
      </a:lt2>
      <a:accent1>
        <a:srgbClr val="0047BB"/>
      </a:accent1>
      <a:accent2>
        <a:srgbClr val="141B4D"/>
      </a:accent2>
      <a:accent3>
        <a:srgbClr val="009788"/>
      </a:accent3>
      <a:accent4>
        <a:srgbClr val="005670"/>
      </a:accent4>
      <a:accent5>
        <a:srgbClr val="890C58"/>
      </a:accent5>
      <a:accent6>
        <a:srgbClr val="797166"/>
      </a:accent6>
      <a:hlink>
        <a:srgbClr val="0047BB"/>
      </a:hlink>
      <a:folHlink>
        <a:srgbClr val="0047BB"/>
      </a:folHlink>
    </a:clrScheme>
    <a:fontScheme name="Nationwide default font them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90000" tIns="46800" rIns="90000" bIns="46800" rtlCol="0" anchor="ctr"/>
      <a:lstStyle>
        <a:defPPr algn="ctr">
          <a:lnSpc>
            <a:spcPct val="90000"/>
          </a:lnSpc>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12000"/>
          </a:lnSpc>
          <a:defRPr sz="1400" dirty="0" err="1" smtClean="0">
            <a:solidFill>
              <a:schemeClr val="tx1"/>
            </a:solidFill>
          </a:defRPr>
        </a:defPPr>
      </a:lstStyle>
    </a:txDef>
  </a:objectDefaults>
  <a:extraClrSchemeLst/>
  <a:custClrLst>
    <a:custClr name="Vibrant Blue">
      <a:srgbClr val="0047BB"/>
    </a:custClr>
    <a:custClr name="White">
      <a:srgbClr val="FFFFFF"/>
    </a:custClr>
    <a:custClr name="Dark Blue">
      <a:srgbClr val="141B4D"/>
    </a:custClr>
    <a:custClr name="New Blue">
      <a:srgbClr val="002DA2"/>
    </a:custClr>
    <a:custClr name="Medium Blue">
      <a:srgbClr val="1F74DB"/>
    </a:custClr>
    <a:custClr name="Light Blue">
      <a:srgbClr val="8CC8E9"/>
    </a:custClr>
    <a:custClr name="Mint">
      <a:srgbClr val="6ECEB2"/>
    </a:custClr>
    <a:custClr name="Dark Mint">
      <a:srgbClr val="008775"/>
    </a:custClr>
    <a:custClr name="Sea Blue">
      <a:srgbClr val="72B0BD"/>
    </a:custClr>
    <a:custClr name="Dark Sea Blue">
      <a:srgbClr val="005670"/>
    </a:custClr>
    <a:custClr name="Lavender">
      <a:srgbClr val="D7A9E3"/>
    </a:custClr>
    <a:custClr name="Deep Purple">
      <a:srgbClr val="890C58"/>
    </a:custClr>
    <a:custClr name="Sunburst Orange">
      <a:srgbClr val="FF9800"/>
    </a:custClr>
    <a:custClr name="Cherry Red">
      <a:srgbClr val="CB333B"/>
    </a:custClr>
    <a:custClr name="Lemon Yellow">
      <a:srgbClr val="F9E27D"/>
    </a:custClr>
    <a:custClr name="Dark Mustard">
      <a:srgbClr val="C5A900"/>
    </a:custClr>
    <a:custClr name="Fossil">
      <a:srgbClr val="AFA9A0"/>
    </a:custClr>
    <a:custClr name="Dark Fossil">
      <a:srgbClr val="7A7266"/>
    </a:custClr>
    <a:custClr name="Pale Grey">
      <a:srgbClr val="D0D3D4"/>
    </a:custClr>
    <a:custClr name="Dark Grey">
      <a:srgbClr val="7E7E82"/>
    </a:custClr>
    <a:custClr name="Charcoal">
      <a:srgbClr val="171717"/>
    </a:custClr>
  </a:custClrLst>
  <a:extLst>
    <a:ext uri="{05A4C25C-085E-4340-85A3-A5531E510DB2}">
      <thm15:themeFamily xmlns:thm15="http://schemas.microsoft.com/office/thememl/2012/main" name="Nationwide" id="{8770B975-6170-4C50-83C8-92AD895E586B}" vid="{8A0355FC-28E4-4C9A-BCFB-0A62A5CEE97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6e4648e-cdb6-49f6-8fca-6382dd0cb86f">
      <UserInfo>
        <DisplayName>Love, Braden</DisplayName>
        <AccountId>10</AccountId>
        <AccountType/>
      </UserInfo>
      <UserInfo>
        <DisplayName>Thompson, Andromeda</DisplayName>
        <AccountId>13</AccountId>
        <AccountType/>
      </UserInfo>
      <UserInfo>
        <DisplayName>Ciriaco, Leslie</DisplayName>
        <AccountId>15</AccountId>
        <AccountType/>
      </UserInfo>
      <UserInfo>
        <DisplayName>Nordman, Matthew</DisplayName>
        <AccountId>18</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DDEC4E24C759B4EB6323608983B4113" ma:contentTypeVersion="6" ma:contentTypeDescription="Create a new document." ma:contentTypeScope="" ma:versionID="a13f126b573a71d6623a5f6ba3a72b5a">
  <xsd:schema xmlns:xsd="http://www.w3.org/2001/XMLSchema" xmlns:xs="http://www.w3.org/2001/XMLSchema" xmlns:p="http://schemas.microsoft.com/office/2006/metadata/properties" xmlns:ns2="1cb0f21a-462f-42fe-b68c-7db144a3da3c" xmlns:ns3="d6e4648e-cdb6-49f6-8fca-6382dd0cb86f" targetNamespace="http://schemas.microsoft.com/office/2006/metadata/properties" ma:root="true" ma:fieldsID="be730ecc9a7d02859d5f53d1eec7e9b0" ns2:_="" ns3:_="">
    <xsd:import namespace="1cb0f21a-462f-42fe-b68c-7db144a3da3c"/>
    <xsd:import namespace="d6e4648e-cdb6-49f6-8fca-6382dd0cb8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b0f21a-462f-42fe-b68c-7db144a3da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6e4648e-cdb6-49f6-8fca-6382dd0cb86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F18BB4-37A6-4B2C-BE70-8A18A638BDAB}">
  <ds:schemaRefs>
    <ds:schemaRef ds:uri="1cb0f21a-462f-42fe-b68c-7db144a3da3c"/>
    <ds:schemaRef ds:uri="d6e4648e-cdb6-49f6-8fca-6382dd0cb86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EE38C89-C521-490B-B7C8-BB52F52A1A5E}">
  <ds:schemaRefs>
    <ds:schemaRef ds:uri="http://schemas.microsoft.com/sharepoint/v3/contenttype/forms"/>
  </ds:schemaRefs>
</ds:datastoreItem>
</file>

<file path=customXml/itemProps3.xml><?xml version="1.0" encoding="utf-8"?>
<ds:datastoreItem xmlns:ds="http://schemas.openxmlformats.org/officeDocument/2006/customXml" ds:itemID="{84CD5BB7-30C4-4B25-B236-95E1C1ED0BD1}">
  <ds:schemaRefs>
    <ds:schemaRef ds:uri="1cb0f21a-462f-42fe-b68c-7db144a3da3c"/>
    <ds:schemaRef ds:uri="d6e4648e-cdb6-49f6-8fca-6382dd0cb86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Nationwide</Template>
  <TotalTime>12575</TotalTime>
  <Words>857</Words>
  <Application>Microsoft Office PowerPoint</Application>
  <PresentationFormat>Widescreen</PresentationFormat>
  <Paragraphs>84</Paragraphs>
  <Slides>5</Slides>
  <Notes>0</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5</vt:i4>
      </vt:variant>
    </vt:vector>
  </HeadingPairs>
  <TitlesOfParts>
    <vt:vector size="14" baseType="lpstr">
      <vt:lpstr>Aptos</vt:lpstr>
      <vt:lpstr>Arial</vt:lpstr>
      <vt:lpstr>Courier New</vt:lpstr>
      <vt:lpstr>Georgia</vt:lpstr>
      <vt:lpstr>Wingdings</vt:lpstr>
      <vt:lpstr>Nationwide</vt:lpstr>
      <vt:lpstr>1_Nationwide</vt:lpstr>
      <vt:lpstr>Office Theme</vt:lpstr>
      <vt:lpstr>think-cell Slide</vt:lpstr>
      <vt:lpstr>Pet Portfolio Delivery – Executive Delivery Committee</vt:lpstr>
      <vt:lpstr>PowerPoint Presentation</vt:lpstr>
      <vt:lpstr>PowerPoint Presentation</vt:lpstr>
      <vt:lpstr>PowerPoint Presentation</vt:lpstr>
      <vt:lpstr>PowerPoint Presentation</vt:lpstr>
    </vt:vector>
  </TitlesOfParts>
  <Company>Nationwide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 Well Program Proposal</dc:title>
  <dc:creator>Ciriaco, Leslie</dc:creator>
  <cp:lastModifiedBy>Trudeau, Cindy</cp:lastModifiedBy>
  <cp:revision>6</cp:revision>
  <cp:lastPrinted>2026-06-26T17:34:19Z</cp:lastPrinted>
  <dcterms:created xsi:type="dcterms:W3CDTF">2023-04-20T16:37:14Z</dcterms:created>
  <dcterms:modified xsi:type="dcterms:W3CDTF">2026-09-02T14:11:55Z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ea8e88-16c4-4b55-a945-7bd6248db4bf_Enabled">
    <vt:lpwstr>true</vt:lpwstr>
  </property>
  <property fmtid="{D5CDD505-2E9C-101B-9397-08002B2CF9AE}" pid="3" name="MSIP_Label_92ea8e88-16c4-4b55-a945-7bd6248db4bf_SetDate">
    <vt:lpwstr>2023-04-20T16:37:14Z</vt:lpwstr>
  </property>
  <property fmtid="{D5CDD505-2E9C-101B-9397-08002B2CF9AE}" pid="4" name="MSIP_Label_92ea8e88-16c4-4b55-a945-7bd6248db4bf_Method">
    <vt:lpwstr>Standard</vt:lpwstr>
  </property>
  <property fmtid="{D5CDD505-2E9C-101B-9397-08002B2CF9AE}" pid="5" name="MSIP_Label_92ea8e88-16c4-4b55-a945-7bd6248db4bf_Name">
    <vt:lpwstr>Internal</vt:lpwstr>
  </property>
  <property fmtid="{D5CDD505-2E9C-101B-9397-08002B2CF9AE}" pid="6" name="MSIP_Label_92ea8e88-16c4-4b55-a945-7bd6248db4bf_SiteId">
    <vt:lpwstr>22140e4c-d390-45c2-b297-a26c516dc461</vt:lpwstr>
  </property>
  <property fmtid="{D5CDD505-2E9C-101B-9397-08002B2CF9AE}" pid="7" name="MSIP_Label_92ea8e88-16c4-4b55-a945-7bd6248db4bf_ActionId">
    <vt:lpwstr>26d8fbc7-bde6-492c-aafd-505d35dc4826</vt:lpwstr>
  </property>
  <property fmtid="{D5CDD505-2E9C-101B-9397-08002B2CF9AE}" pid="8" name="MSIP_Label_92ea8e88-16c4-4b55-a945-7bd6248db4bf_ContentBits">
    <vt:lpwstr>0</vt:lpwstr>
  </property>
  <property fmtid="{D5CDD505-2E9C-101B-9397-08002B2CF9AE}" pid="9" name="ContentTypeId">
    <vt:lpwstr>0x010100BDDEC4E24C759B4EB6323608983B4113</vt:lpwstr>
  </property>
</Properties>
</file>